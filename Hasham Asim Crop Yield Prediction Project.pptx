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9" r:id="rId3"/>
  </p:sldMasterIdLst>
  <p:sldIdLst>
    <p:sldId id="256" r:id="rId4"/>
    <p:sldId id="257" r:id="rId5"/>
    <p:sldId id="258" r:id="rId6"/>
    <p:sldId id="259" r:id="rId7"/>
    <p:sldId id="260" r:id="rId8"/>
    <p:sldId id="261" r:id="rId9"/>
    <p:sldId id="262" r:id="rId10"/>
    <p:sldId id="263"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55CA25-9F6D-4170-847F-0E10AB48BACF}" v="1504" dt="2024-01-12T17:58:20.8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70" d="100"/>
          <a:sy n="70" d="100"/>
        </p:scale>
        <p:origin x="53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presProps" Target="presProps.xml"/><Relationship Id="rId3" Type="http://schemas.openxmlformats.org/officeDocument/2006/relationships/slideMaster" Target="slideMasters/slideMaster1.xml"/><Relationship Id="rId7" Type="http://schemas.openxmlformats.org/officeDocument/2006/relationships/slide" Target="slides/slide4.xml"/><Relationship Id="rId12" Type="http://schemas.openxmlformats.org/officeDocument/2006/relationships/slide" Target="slides/slide9.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theme" Target="theme/theme1.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6" Type="http://schemas.openxmlformats.org/officeDocument/2006/relationships/image" Target="../media/image19.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s>
</file>

<file path=ppt/diagrams/_rels/data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4" Type="http://schemas.openxmlformats.org/officeDocument/2006/relationships/image" Target="../media/image23.svg"/></Relationships>
</file>

<file path=ppt/diagrams/_rels/data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7.svg"/></Relationships>
</file>

<file path=ppt/diagrams/_rels/data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4" Type="http://schemas.openxmlformats.org/officeDocument/2006/relationships/image" Target="../media/image31.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6" Type="http://schemas.openxmlformats.org/officeDocument/2006/relationships/image" Target="../media/image19.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4" Type="http://schemas.openxmlformats.org/officeDocument/2006/relationships/image" Target="../media/image2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7.svg"/></Relationships>
</file>

<file path=ppt/diagrams/_rels/drawing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4" Type="http://schemas.openxmlformats.org/officeDocument/2006/relationships/image" Target="../media/image31.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A509AF-74C2-4436-A450-B5329F44D87C}"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37DE8DE-80D3-4DB3-B22A-CEA5ED39972A}">
      <dgm:prSet/>
      <dgm:spPr/>
      <dgm:t>
        <a:bodyPr/>
        <a:lstStyle/>
        <a:p>
          <a:r>
            <a:rPr lang="en-US"/>
            <a:t>Gathering Data: Like dataset Raw Data.</a:t>
          </a:r>
        </a:p>
      </dgm:t>
    </dgm:pt>
    <dgm:pt modelId="{3B1742C5-FC64-450B-BF40-5406B1838F93}" type="parTrans" cxnId="{6825DD58-2C76-4E5A-ACBB-C65E612F9CC9}">
      <dgm:prSet/>
      <dgm:spPr/>
      <dgm:t>
        <a:bodyPr/>
        <a:lstStyle/>
        <a:p>
          <a:endParaRPr lang="en-US"/>
        </a:p>
      </dgm:t>
    </dgm:pt>
    <dgm:pt modelId="{6B4FFC11-8708-4E8C-8D07-2D073C1491D5}" type="sibTrans" cxnId="{6825DD58-2C76-4E5A-ACBB-C65E612F9CC9}">
      <dgm:prSet/>
      <dgm:spPr/>
      <dgm:t>
        <a:bodyPr/>
        <a:lstStyle/>
        <a:p>
          <a:endParaRPr lang="en-US"/>
        </a:p>
      </dgm:t>
    </dgm:pt>
    <dgm:pt modelId="{D86772B5-13D9-439F-AE68-1AC1291DA3DB}">
      <dgm:prSet/>
      <dgm:spPr/>
      <dgm:t>
        <a:bodyPr/>
        <a:lstStyle/>
        <a:p>
          <a:r>
            <a:rPr lang="en-US"/>
            <a:t>Cleaning Data: clean the data like clear noise, duplication, etc</a:t>
          </a:r>
        </a:p>
      </dgm:t>
    </dgm:pt>
    <dgm:pt modelId="{04F21F07-EE60-49C8-BD2C-DD368089E17E}" type="parTrans" cxnId="{7F7B4115-4E01-4FE4-821B-D911442BC80F}">
      <dgm:prSet/>
      <dgm:spPr/>
      <dgm:t>
        <a:bodyPr/>
        <a:lstStyle/>
        <a:p>
          <a:endParaRPr lang="en-US"/>
        </a:p>
      </dgm:t>
    </dgm:pt>
    <dgm:pt modelId="{47B477FD-8060-4385-BEBB-5C51A2CFF22F}" type="sibTrans" cxnId="{7F7B4115-4E01-4FE4-821B-D911442BC80F}">
      <dgm:prSet/>
      <dgm:spPr/>
      <dgm:t>
        <a:bodyPr/>
        <a:lstStyle/>
        <a:p>
          <a:endParaRPr lang="en-US"/>
        </a:p>
      </dgm:t>
    </dgm:pt>
    <dgm:pt modelId="{52C75013-3400-4AAB-A6F0-8884321F492D}">
      <dgm:prSet/>
      <dgm:spPr/>
      <dgm:t>
        <a:bodyPr/>
        <a:lstStyle/>
        <a:p>
          <a:r>
            <a:rPr lang="en-US"/>
            <a:t>Data Preprocessing:  outliers, missing values imputing and techniques like this</a:t>
          </a:r>
        </a:p>
      </dgm:t>
    </dgm:pt>
    <dgm:pt modelId="{97425C28-62DE-44BC-8AD5-2DD65E58AC34}" type="parTrans" cxnId="{DA0737C6-0887-4CD5-8635-B89795F6608F}">
      <dgm:prSet/>
      <dgm:spPr/>
      <dgm:t>
        <a:bodyPr/>
        <a:lstStyle/>
        <a:p>
          <a:endParaRPr lang="en-US"/>
        </a:p>
      </dgm:t>
    </dgm:pt>
    <dgm:pt modelId="{4AD12B49-4C44-4171-8474-279021FB2005}" type="sibTrans" cxnId="{DA0737C6-0887-4CD5-8635-B89795F6608F}">
      <dgm:prSet/>
      <dgm:spPr/>
      <dgm:t>
        <a:bodyPr/>
        <a:lstStyle/>
        <a:p>
          <a:endParaRPr lang="en-US"/>
        </a:p>
      </dgm:t>
    </dgm:pt>
    <dgm:pt modelId="{F4215244-1715-4812-840C-D9C11EC0D704}">
      <dgm:prSet/>
      <dgm:spPr/>
      <dgm:t>
        <a:bodyPr/>
        <a:lstStyle/>
        <a:p>
          <a:r>
            <a:rPr lang="en-US"/>
            <a:t>Feature Engineering: Add more features which help model to predict more accurately.</a:t>
          </a:r>
        </a:p>
      </dgm:t>
    </dgm:pt>
    <dgm:pt modelId="{1B718134-6572-4DF9-A3A2-99F6CD24842F}" type="parTrans" cxnId="{8EA8D7DC-8164-4119-98D2-F476865B989C}">
      <dgm:prSet/>
      <dgm:spPr/>
      <dgm:t>
        <a:bodyPr/>
        <a:lstStyle/>
        <a:p>
          <a:endParaRPr lang="en-US"/>
        </a:p>
      </dgm:t>
    </dgm:pt>
    <dgm:pt modelId="{67CB64D9-4D38-49EA-83D8-D57F461EFDD0}" type="sibTrans" cxnId="{8EA8D7DC-8164-4119-98D2-F476865B989C}">
      <dgm:prSet/>
      <dgm:spPr/>
      <dgm:t>
        <a:bodyPr/>
        <a:lstStyle/>
        <a:p>
          <a:endParaRPr lang="en-US"/>
        </a:p>
      </dgm:t>
    </dgm:pt>
    <dgm:pt modelId="{F2DCEEA3-1118-466E-951B-7C53823E8377}">
      <dgm:prSet/>
      <dgm:spPr/>
      <dgm:t>
        <a:bodyPr/>
        <a:lstStyle/>
        <a:p>
          <a:r>
            <a:rPr lang="en-US"/>
            <a:t>Model Selection: In this Linear Regression, Random Forest, Decision Tree, Gradient Boosting.</a:t>
          </a:r>
        </a:p>
      </dgm:t>
    </dgm:pt>
    <dgm:pt modelId="{347087E3-3BAA-4028-8493-D30F0BEF9A05}" type="parTrans" cxnId="{8582C151-7030-457C-8FC4-00F51DDB0967}">
      <dgm:prSet/>
      <dgm:spPr/>
      <dgm:t>
        <a:bodyPr/>
        <a:lstStyle/>
        <a:p>
          <a:endParaRPr lang="en-US"/>
        </a:p>
      </dgm:t>
    </dgm:pt>
    <dgm:pt modelId="{968AD9CF-7EFB-4A89-BD6D-E82642F303B2}" type="sibTrans" cxnId="{8582C151-7030-457C-8FC4-00F51DDB0967}">
      <dgm:prSet/>
      <dgm:spPr/>
      <dgm:t>
        <a:bodyPr/>
        <a:lstStyle/>
        <a:p>
          <a:endParaRPr lang="en-US"/>
        </a:p>
      </dgm:t>
    </dgm:pt>
    <dgm:pt modelId="{1D5A5752-0406-4A94-9E70-270CB02FB8BD}">
      <dgm:prSet/>
      <dgm:spPr/>
      <dgm:t>
        <a:bodyPr/>
        <a:lstStyle/>
        <a:p>
          <a:r>
            <a:rPr lang="en-US"/>
            <a:t>Training and Testing :Split the data into train and test and apply model.</a:t>
          </a:r>
        </a:p>
      </dgm:t>
    </dgm:pt>
    <dgm:pt modelId="{D98C40FB-A9EF-4121-B4C4-52B944CBA1C2}" type="parTrans" cxnId="{63F86216-1663-46D0-9F69-11A02AE6C135}">
      <dgm:prSet/>
      <dgm:spPr/>
      <dgm:t>
        <a:bodyPr/>
        <a:lstStyle/>
        <a:p>
          <a:endParaRPr lang="en-US"/>
        </a:p>
      </dgm:t>
    </dgm:pt>
    <dgm:pt modelId="{4F2A07CB-317D-4EFE-BE05-9CF9F8B53519}" type="sibTrans" cxnId="{63F86216-1663-46D0-9F69-11A02AE6C135}">
      <dgm:prSet/>
      <dgm:spPr/>
      <dgm:t>
        <a:bodyPr/>
        <a:lstStyle/>
        <a:p>
          <a:endParaRPr lang="en-US"/>
        </a:p>
      </dgm:t>
    </dgm:pt>
    <dgm:pt modelId="{7F87C638-DCCD-4407-B00B-314A4ABDE70A}">
      <dgm:prSet/>
      <dgm:spPr/>
      <dgm:t>
        <a:bodyPr/>
        <a:lstStyle/>
        <a:p>
          <a:r>
            <a:rPr lang="en-US"/>
            <a:t>Insights and patterns: See patterns like how your data is actually behaving after you model implementation .</a:t>
          </a:r>
        </a:p>
      </dgm:t>
    </dgm:pt>
    <dgm:pt modelId="{D3FB9FBE-482F-4092-B293-7042C734B7DA}" type="parTrans" cxnId="{53C25093-B364-4F79-83EA-675C639D191D}">
      <dgm:prSet/>
      <dgm:spPr/>
      <dgm:t>
        <a:bodyPr/>
        <a:lstStyle/>
        <a:p>
          <a:endParaRPr lang="en-US"/>
        </a:p>
      </dgm:t>
    </dgm:pt>
    <dgm:pt modelId="{3768226F-9956-44D3-A7BC-F14AD1B3CCD5}" type="sibTrans" cxnId="{53C25093-B364-4F79-83EA-675C639D191D}">
      <dgm:prSet/>
      <dgm:spPr/>
      <dgm:t>
        <a:bodyPr/>
        <a:lstStyle/>
        <a:p>
          <a:endParaRPr lang="en-US"/>
        </a:p>
      </dgm:t>
    </dgm:pt>
    <dgm:pt modelId="{DA2170EB-791C-4A1E-92BC-C3FC2B1211C6}">
      <dgm:prSet/>
      <dgm:spPr/>
      <dgm:t>
        <a:bodyPr/>
        <a:lstStyle/>
        <a:p>
          <a:r>
            <a:rPr lang="en-US"/>
            <a:t>Analysis and Improvement Strategies: After seeing check what to improve.</a:t>
          </a:r>
        </a:p>
      </dgm:t>
    </dgm:pt>
    <dgm:pt modelId="{354DAE76-F33B-45C2-A09F-DE422BF1BA8F}" type="parTrans" cxnId="{53616805-6169-457E-8E03-15DE82F34D23}">
      <dgm:prSet/>
      <dgm:spPr/>
      <dgm:t>
        <a:bodyPr/>
        <a:lstStyle/>
        <a:p>
          <a:endParaRPr lang="en-US"/>
        </a:p>
      </dgm:t>
    </dgm:pt>
    <dgm:pt modelId="{E1DFA19D-6755-413E-B1AC-B2501A9EDB26}" type="sibTrans" cxnId="{53616805-6169-457E-8E03-15DE82F34D23}">
      <dgm:prSet/>
      <dgm:spPr/>
      <dgm:t>
        <a:bodyPr/>
        <a:lstStyle/>
        <a:p>
          <a:endParaRPr lang="en-US"/>
        </a:p>
      </dgm:t>
    </dgm:pt>
    <dgm:pt modelId="{7F87FCDF-2834-4BD0-A179-3C253368DFDA}" type="pres">
      <dgm:prSet presAssocID="{E8A509AF-74C2-4436-A450-B5329F44D87C}" presName="root" presStyleCnt="0">
        <dgm:presLayoutVars>
          <dgm:dir/>
          <dgm:resizeHandles val="exact"/>
        </dgm:presLayoutVars>
      </dgm:prSet>
      <dgm:spPr/>
    </dgm:pt>
    <dgm:pt modelId="{805386ED-6928-47DF-B0A6-A757EA6A90FD}" type="pres">
      <dgm:prSet presAssocID="{E8A509AF-74C2-4436-A450-B5329F44D87C}" presName="container" presStyleCnt="0">
        <dgm:presLayoutVars>
          <dgm:dir/>
          <dgm:resizeHandles val="exact"/>
        </dgm:presLayoutVars>
      </dgm:prSet>
      <dgm:spPr/>
    </dgm:pt>
    <dgm:pt modelId="{2A79250C-8FB2-4BE7-839A-D5F9CCDCC62E}" type="pres">
      <dgm:prSet presAssocID="{837DE8DE-80D3-4DB3-B22A-CEA5ED39972A}" presName="compNode" presStyleCnt="0"/>
      <dgm:spPr/>
    </dgm:pt>
    <dgm:pt modelId="{8DE3FF42-3E56-4280-B744-538D9C39261C}" type="pres">
      <dgm:prSet presAssocID="{837DE8DE-80D3-4DB3-B22A-CEA5ED39972A}" presName="iconBgRect" presStyleLbl="bgShp" presStyleIdx="0" presStyleCnt="8"/>
      <dgm:spPr/>
    </dgm:pt>
    <dgm:pt modelId="{01736DC6-4116-46F5-97E5-40C7CD05500C}" type="pres">
      <dgm:prSet presAssocID="{837DE8DE-80D3-4DB3-B22A-CEA5ED39972A}"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47F5C1D8-BD40-4772-968C-8079826A9E9F}" type="pres">
      <dgm:prSet presAssocID="{837DE8DE-80D3-4DB3-B22A-CEA5ED39972A}" presName="spaceRect" presStyleCnt="0"/>
      <dgm:spPr/>
    </dgm:pt>
    <dgm:pt modelId="{3831929D-30D2-4794-8A5B-7A3ADE8BF79A}" type="pres">
      <dgm:prSet presAssocID="{837DE8DE-80D3-4DB3-B22A-CEA5ED39972A}" presName="textRect" presStyleLbl="revTx" presStyleIdx="0" presStyleCnt="8">
        <dgm:presLayoutVars>
          <dgm:chMax val="1"/>
          <dgm:chPref val="1"/>
        </dgm:presLayoutVars>
      </dgm:prSet>
      <dgm:spPr/>
    </dgm:pt>
    <dgm:pt modelId="{50007DC7-297C-4F80-9824-1AAD3879363E}" type="pres">
      <dgm:prSet presAssocID="{6B4FFC11-8708-4E8C-8D07-2D073C1491D5}" presName="sibTrans" presStyleLbl="sibTrans2D1" presStyleIdx="0" presStyleCnt="0"/>
      <dgm:spPr/>
    </dgm:pt>
    <dgm:pt modelId="{A91E2CB1-7044-44CF-9E93-88A24FC8F4A7}" type="pres">
      <dgm:prSet presAssocID="{D86772B5-13D9-439F-AE68-1AC1291DA3DB}" presName="compNode" presStyleCnt="0"/>
      <dgm:spPr/>
    </dgm:pt>
    <dgm:pt modelId="{17833890-6925-46A8-A40A-8D8862FA813C}" type="pres">
      <dgm:prSet presAssocID="{D86772B5-13D9-439F-AE68-1AC1291DA3DB}" presName="iconBgRect" presStyleLbl="bgShp" presStyleIdx="1" presStyleCnt="8"/>
      <dgm:spPr/>
    </dgm:pt>
    <dgm:pt modelId="{09471F29-E9AA-4118-B9DE-1B7FBF277F6A}" type="pres">
      <dgm:prSet presAssocID="{D86772B5-13D9-439F-AE68-1AC1291DA3DB}"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p and bucket"/>
        </a:ext>
      </dgm:extLst>
    </dgm:pt>
    <dgm:pt modelId="{3ADF4A6C-2AB3-4599-8470-9410587AC7DA}" type="pres">
      <dgm:prSet presAssocID="{D86772B5-13D9-439F-AE68-1AC1291DA3DB}" presName="spaceRect" presStyleCnt="0"/>
      <dgm:spPr/>
    </dgm:pt>
    <dgm:pt modelId="{3733B059-1F15-412E-ADD9-B28D61327032}" type="pres">
      <dgm:prSet presAssocID="{D86772B5-13D9-439F-AE68-1AC1291DA3DB}" presName="textRect" presStyleLbl="revTx" presStyleIdx="1" presStyleCnt="8">
        <dgm:presLayoutVars>
          <dgm:chMax val="1"/>
          <dgm:chPref val="1"/>
        </dgm:presLayoutVars>
      </dgm:prSet>
      <dgm:spPr/>
    </dgm:pt>
    <dgm:pt modelId="{6F2AD90A-5B3E-4FBE-97D8-229B5233132B}" type="pres">
      <dgm:prSet presAssocID="{47B477FD-8060-4385-BEBB-5C51A2CFF22F}" presName="sibTrans" presStyleLbl="sibTrans2D1" presStyleIdx="0" presStyleCnt="0"/>
      <dgm:spPr/>
    </dgm:pt>
    <dgm:pt modelId="{F9D35549-76DC-4349-8B78-3704EA598F60}" type="pres">
      <dgm:prSet presAssocID="{52C75013-3400-4AAB-A6F0-8884321F492D}" presName="compNode" presStyleCnt="0"/>
      <dgm:spPr/>
    </dgm:pt>
    <dgm:pt modelId="{264F4047-C0A3-4073-8287-681B0F519B2F}" type="pres">
      <dgm:prSet presAssocID="{52C75013-3400-4AAB-A6F0-8884321F492D}" presName="iconBgRect" presStyleLbl="bgShp" presStyleIdx="2" presStyleCnt="8"/>
      <dgm:spPr/>
    </dgm:pt>
    <dgm:pt modelId="{425AD764-D221-4D1A-BBE6-13463DF00B52}" type="pres">
      <dgm:prSet presAssocID="{52C75013-3400-4AAB-A6F0-8884321F492D}"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1DF35891-8A2C-4473-ABCE-029F6A477E8D}" type="pres">
      <dgm:prSet presAssocID="{52C75013-3400-4AAB-A6F0-8884321F492D}" presName="spaceRect" presStyleCnt="0"/>
      <dgm:spPr/>
    </dgm:pt>
    <dgm:pt modelId="{BAB79553-F568-413D-AF2F-E110F0BEF67B}" type="pres">
      <dgm:prSet presAssocID="{52C75013-3400-4AAB-A6F0-8884321F492D}" presName="textRect" presStyleLbl="revTx" presStyleIdx="2" presStyleCnt="8">
        <dgm:presLayoutVars>
          <dgm:chMax val="1"/>
          <dgm:chPref val="1"/>
        </dgm:presLayoutVars>
      </dgm:prSet>
      <dgm:spPr/>
    </dgm:pt>
    <dgm:pt modelId="{E72F347B-BA3F-43AB-AEF6-43A3D25CC49C}" type="pres">
      <dgm:prSet presAssocID="{4AD12B49-4C44-4171-8474-279021FB2005}" presName="sibTrans" presStyleLbl="sibTrans2D1" presStyleIdx="0" presStyleCnt="0"/>
      <dgm:spPr/>
    </dgm:pt>
    <dgm:pt modelId="{4DD16A8C-1942-4A2D-8267-BF2E8A902AA5}" type="pres">
      <dgm:prSet presAssocID="{F4215244-1715-4812-840C-D9C11EC0D704}" presName="compNode" presStyleCnt="0"/>
      <dgm:spPr/>
    </dgm:pt>
    <dgm:pt modelId="{896D6BA0-A928-4546-AF11-51366734F90E}" type="pres">
      <dgm:prSet presAssocID="{F4215244-1715-4812-840C-D9C11EC0D704}" presName="iconBgRect" presStyleLbl="bgShp" presStyleIdx="3" presStyleCnt="8"/>
      <dgm:spPr/>
    </dgm:pt>
    <dgm:pt modelId="{F30BFE53-CA85-4D59-BFAA-C8C09410E4C0}" type="pres">
      <dgm:prSet presAssocID="{F4215244-1715-4812-840C-D9C11EC0D704}"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ridge scene"/>
        </a:ext>
      </dgm:extLst>
    </dgm:pt>
    <dgm:pt modelId="{74F94DB7-A7BD-45D3-8838-7C9C1C8BC1FB}" type="pres">
      <dgm:prSet presAssocID="{F4215244-1715-4812-840C-D9C11EC0D704}" presName="spaceRect" presStyleCnt="0"/>
      <dgm:spPr/>
    </dgm:pt>
    <dgm:pt modelId="{D2F6B0DC-3129-4FE9-B6FB-EE65B90F6401}" type="pres">
      <dgm:prSet presAssocID="{F4215244-1715-4812-840C-D9C11EC0D704}" presName="textRect" presStyleLbl="revTx" presStyleIdx="3" presStyleCnt="8">
        <dgm:presLayoutVars>
          <dgm:chMax val="1"/>
          <dgm:chPref val="1"/>
        </dgm:presLayoutVars>
      </dgm:prSet>
      <dgm:spPr/>
    </dgm:pt>
    <dgm:pt modelId="{1D3DDB70-ADEC-45F0-A3D8-D4906B4B15F1}" type="pres">
      <dgm:prSet presAssocID="{67CB64D9-4D38-49EA-83D8-D57F461EFDD0}" presName="sibTrans" presStyleLbl="sibTrans2D1" presStyleIdx="0" presStyleCnt="0"/>
      <dgm:spPr/>
    </dgm:pt>
    <dgm:pt modelId="{BA60ADFC-FAF1-44CB-85D7-5DA035AC4FAB}" type="pres">
      <dgm:prSet presAssocID="{F2DCEEA3-1118-466E-951B-7C53823E8377}" presName="compNode" presStyleCnt="0"/>
      <dgm:spPr/>
    </dgm:pt>
    <dgm:pt modelId="{5B6C8109-8944-49B3-87E0-7C889EF32BCA}" type="pres">
      <dgm:prSet presAssocID="{F2DCEEA3-1118-466E-951B-7C53823E8377}" presName="iconBgRect" presStyleLbl="bgShp" presStyleIdx="4" presStyleCnt="8"/>
      <dgm:spPr/>
    </dgm:pt>
    <dgm:pt modelId="{FC1DEA3D-4B19-4A6A-87B3-5E24C1AB8907}" type="pres">
      <dgm:prSet presAssocID="{F2DCEEA3-1118-466E-951B-7C53823E8377}"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Forest scene"/>
        </a:ext>
      </dgm:extLst>
    </dgm:pt>
    <dgm:pt modelId="{00E22F01-3B1A-4364-A573-11D2ADA6A3C2}" type="pres">
      <dgm:prSet presAssocID="{F2DCEEA3-1118-466E-951B-7C53823E8377}" presName="spaceRect" presStyleCnt="0"/>
      <dgm:spPr/>
    </dgm:pt>
    <dgm:pt modelId="{D528CE4F-88F4-4EEB-B63E-B8B15A8E27F9}" type="pres">
      <dgm:prSet presAssocID="{F2DCEEA3-1118-466E-951B-7C53823E8377}" presName="textRect" presStyleLbl="revTx" presStyleIdx="4" presStyleCnt="8">
        <dgm:presLayoutVars>
          <dgm:chMax val="1"/>
          <dgm:chPref val="1"/>
        </dgm:presLayoutVars>
      </dgm:prSet>
      <dgm:spPr/>
    </dgm:pt>
    <dgm:pt modelId="{C16C2797-08CB-4F4D-AC3D-E53D73E21454}" type="pres">
      <dgm:prSet presAssocID="{968AD9CF-7EFB-4A89-BD6D-E82642F303B2}" presName="sibTrans" presStyleLbl="sibTrans2D1" presStyleIdx="0" presStyleCnt="0"/>
      <dgm:spPr/>
    </dgm:pt>
    <dgm:pt modelId="{D5D11B40-9EBC-4296-955D-D2E7E014FC39}" type="pres">
      <dgm:prSet presAssocID="{1D5A5752-0406-4A94-9E70-270CB02FB8BD}" presName="compNode" presStyleCnt="0"/>
      <dgm:spPr/>
    </dgm:pt>
    <dgm:pt modelId="{D1EF47C6-0D0B-4AA7-B96D-2EEB44A1FB49}" type="pres">
      <dgm:prSet presAssocID="{1D5A5752-0406-4A94-9E70-270CB02FB8BD}" presName="iconBgRect" presStyleLbl="bgShp" presStyleIdx="5" presStyleCnt="8"/>
      <dgm:spPr/>
    </dgm:pt>
    <dgm:pt modelId="{0D56B4A5-6A30-40EC-A41D-80AE17E2DDCB}" type="pres">
      <dgm:prSet presAssocID="{1D5A5752-0406-4A94-9E70-270CB02FB8BD}"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Classroom"/>
        </a:ext>
      </dgm:extLst>
    </dgm:pt>
    <dgm:pt modelId="{AB952157-676F-4391-B8B5-13BCC1E0A271}" type="pres">
      <dgm:prSet presAssocID="{1D5A5752-0406-4A94-9E70-270CB02FB8BD}" presName="spaceRect" presStyleCnt="0"/>
      <dgm:spPr/>
    </dgm:pt>
    <dgm:pt modelId="{9C1F0FFA-00F6-4643-A493-0F4EBECF743B}" type="pres">
      <dgm:prSet presAssocID="{1D5A5752-0406-4A94-9E70-270CB02FB8BD}" presName="textRect" presStyleLbl="revTx" presStyleIdx="5" presStyleCnt="8">
        <dgm:presLayoutVars>
          <dgm:chMax val="1"/>
          <dgm:chPref val="1"/>
        </dgm:presLayoutVars>
      </dgm:prSet>
      <dgm:spPr/>
    </dgm:pt>
    <dgm:pt modelId="{A0486176-8018-4BE9-B33D-3D907BDCB5A4}" type="pres">
      <dgm:prSet presAssocID="{4F2A07CB-317D-4EFE-BE05-9CF9F8B53519}" presName="sibTrans" presStyleLbl="sibTrans2D1" presStyleIdx="0" presStyleCnt="0"/>
      <dgm:spPr/>
    </dgm:pt>
    <dgm:pt modelId="{2784D3F4-61F1-4B85-B47A-850FB130085C}" type="pres">
      <dgm:prSet presAssocID="{7F87C638-DCCD-4407-B00B-314A4ABDE70A}" presName="compNode" presStyleCnt="0"/>
      <dgm:spPr/>
    </dgm:pt>
    <dgm:pt modelId="{840896F4-DD0A-4BE9-ADD1-4679B82DD697}" type="pres">
      <dgm:prSet presAssocID="{7F87C638-DCCD-4407-B00B-314A4ABDE70A}" presName="iconBgRect" presStyleLbl="bgShp" presStyleIdx="6" presStyleCnt="8"/>
      <dgm:spPr/>
    </dgm:pt>
    <dgm:pt modelId="{E0E4F43D-C6F7-4D16-8209-3541DBB054CF}" type="pres">
      <dgm:prSet presAssocID="{7F87C638-DCCD-4407-B00B-314A4ABDE70A}"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Arrow Circle"/>
        </a:ext>
      </dgm:extLst>
    </dgm:pt>
    <dgm:pt modelId="{AB4B7941-FE10-463B-ADAE-E6925B9BCAA5}" type="pres">
      <dgm:prSet presAssocID="{7F87C638-DCCD-4407-B00B-314A4ABDE70A}" presName="spaceRect" presStyleCnt="0"/>
      <dgm:spPr/>
    </dgm:pt>
    <dgm:pt modelId="{02E3E62B-F74E-4518-9E12-157C88F28137}" type="pres">
      <dgm:prSet presAssocID="{7F87C638-DCCD-4407-B00B-314A4ABDE70A}" presName="textRect" presStyleLbl="revTx" presStyleIdx="6" presStyleCnt="8">
        <dgm:presLayoutVars>
          <dgm:chMax val="1"/>
          <dgm:chPref val="1"/>
        </dgm:presLayoutVars>
      </dgm:prSet>
      <dgm:spPr/>
    </dgm:pt>
    <dgm:pt modelId="{3EC9BD7A-BBEF-48EE-916E-A5FFF5ABFC8A}" type="pres">
      <dgm:prSet presAssocID="{3768226F-9956-44D3-A7BC-F14AD1B3CCD5}" presName="sibTrans" presStyleLbl="sibTrans2D1" presStyleIdx="0" presStyleCnt="0"/>
      <dgm:spPr/>
    </dgm:pt>
    <dgm:pt modelId="{78301EB7-A66F-4A2B-A61D-0D3254CFC5BE}" type="pres">
      <dgm:prSet presAssocID="{DA2170EB-791C-4A1E-92BC-C3FC2B1211C6}" presName="compNode" presStyleCnt="0"/>
      <dgm:spPr/>
    </dgm:pt>
    <dgm:pt modelId="{7273AD57-5105-47D9-839C-374E5FF133EF}" type="pres">
      <dgm:prSet presAssocID="{DA2170EB-791C-4A1E-92BC-C3FC2B1211C6}" presName="iconBgRect" presStyleLbl="bgShp" presStyleIdx="7" presStyleCnt="8"/>
      <dgm:spPr/>
    </dgm:pt>
    <dgm:pt modelId="{98F61E94-9B17-4107-AADB-3B937F869EBE}" type="pres">
      <dgm:prSet presAssocID="{DA2170EB-791C-4A1E-92BC-C3FC2B1211C6}"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Business Growth"/>
        </a:ext>
      </dgm:extLst>
    </dgm:pt>
    <dgm:pt modelId="{6779F0D1-73A9-4D49-AE2E-1C70F7F09E6B}" type="pres">
      <dgm:prSet presAssocID="{DA2170EB-791C-4A1E-92BC-C3FC2B1211C6}" presName="spaceRect" presStyleCnt="0"/>
      <dgm:spPr/>
    </dgm:pt>
    <dgm:pt modelId="{119C4335-B0C0-4CB5-8646-E87845174EB3}" type="pres">
      <dgm:prSet presAssocID="{DA2170EB-791C-4A1E-92BC-C3FC2B1211C6}" presName="textRect" presStyleLbl="revTx" presStyleIdx="7" presStyleCnt="8">
        <dgm:presLayoutVars>
          <dgm:chMax val="1"/>
          <dgm:chPref val="1"/>
        </dgm:presLayoutVars>
      </dgm:prSet>
      <dgm:spPr/>
    </dgm:pt>
  </dgm:ptLst>
  <dgm:cxnLst>
    <dgm:cxn modelId="{53616805-6169-457E-8E03-15DE82F34D23}" srcId="{E8A509AF-74C2-4436-A450-B5329F44D87C}" destId="{DA2170EB-791C-4A1E-92BC-C3FC2B1211C6}" srcOrd="7" destOrd="0" parTransId="{354DAE76-F33B-45C2-A09F-DE422BF1BA8F}" sibTransId="{E1DFA19D-6755-413E-B1AC-B2501A9EDB26}"/>
    <dgm:cxn modelId="{B4ACD30E-8B4F-4091-9E14-D3CBF20466EA}" type="presOf" srcId="{968AD9CF-7EFB-4A89-BD6D-E82642F303B2}" destId="{C16C2797-08CB-4F4D-AC3D-E53D73E21454}" srcOrd="0" destOrd="0" presId="urn:microsoft.com/office/officeart/2018/2/layout/IconCircleList"/>
    <dgm:cxn modelId="{4E749C12-C9F1-4A1D-A94B-E9F09E47451E}" type="presOf" srcId="{52C75013-3400-4AAB-A6F0-8884321F492D}" destId="{BAB79553-F568-413D-AF2F-E110F0BEF67B}" srcOrd="0" destOrd="0" presId="urn:microsoft.com/office/officeart/2018/2/layout/IconCircleList"/>
    <dgm:cxn modelId="{7F7B4115-4E01-4FE4-821B-D911442BC80F}" srcId="{E8A509AF-74C2-4436-A450-B5329F44D87C}" destId="{D86772B5-13D9-439F-AE68-1AC1291DA3DB}" srcOrd="1" destOrd="0" parTransId="{04F21F07-EE60-49C8-BD2C-DD368089E17E}" sibTransId="{47B477FD-8060-4385-BEBB-5C51A2CFF22F}"/>
    <dgm:cxn modelId="{63F86216-1663-46D0-9F69-11A02AE6C135}" srcId="{E8A509AF-74C2-4436-A450-B5329F44D87C}" destId="{1D5A5752-0406-4A94-9E70-270CB02FB8BD}" srcOrd="5" destOrd="0" parTransId="{D98C40FB-A9EF-4121-B4C4-52B944CBA1C2}" sibTransId="{4F2A07CB-317D-4EFE-BE05-9CF9F8B53519}"/>
    <dgm:cxn modelId="{82A8A428-BC77-4DC8-B954-B5A4C00D2612}" type="presOf" srcId="{4AD12B49-4C44-4171-8474-279021FB2005}" destId="{E72F347B-BA3F-43AB-AEF6-43A3D25CC49C}" srcOrd="0" destOrd="0" presId="urn:microsoft.com/office/officeart/2018/2/layout/IconCircleList"/>
    <dgm:cxn modelId="{2AD0D030-ED09-47AE-B6F6-7DFE5D238787}" type="presOf" srcId="{D86772B5-13D9-439F-AE68-1AC1291DA3DB}" destId="{3733B059-1F15-412E-ADD9-B28D61327032}" srcOrd="0" destOrd="0" presId="urn:microsoft.com/office/officeart/2018/2/layout/IconCircleList"/>
    <dgm:cxn modelId="{E5CAEF63-7236-4F30-A72E-9AEFBC690D8F}" type="presOf" srcId="{1D5A5752-0406-4A94-9E70-270CB02FB8BD}" destId="{9C1F0FFA-00F6-4643-A493-0F4EBECF743B}" srcOrd="0" destOrd="0" presId="urn:microsoft.com/office/officeart/2018/2/layout/IconCircleList"/>
    <dgm:cxn modelId="{8582C151-7030-457C-8FC4-00F51DDB0967}" srcId="{E8A509AF-74C2-4436-A450-B5329F44D87C}" destId="{F2DCEEA3-1118-466E-951B-7C53823E8377}" srcOrd="4" destOrd="0" parTransId="{347087E3-3BAA-4028-8493-D30F0BEF9A05}" sibTransId="{968AD9CF-7EFB-4A89-BD6D-E82642F303B2}"/>
    <dgm:cxn modelId="{8E668E74-58E5-4280-B963-981A992D9AD1}" type="presOf" srcId="{DA2170EB-791C-4A1E-92BC-C3FC2B1211C6}" destId="{119C4335-B0C0-4CB5-8646-E87845174EB3}" srcOrd="0" destOrd="0" presId="urn:microsoft.com/office/officeart/2018/2/layout/IconCircleList"/>
    <dgm:cxn modelId="{6825DD58-2C76-4E5A-ACBB-C65E612F9CC9}" srcId="{E8A509AF-74C2-4436-A450-B5329F44D87C}" destId="{837DE8DE-80D3-4DB3-B22A-CEA5ED39972A}" srcOrd="0" destOrd="0" parTransId="{3B1742C5-FC64-450B-BF40-5406B1838F93}" sibTransId="{6B4FFC11-8708-4E8C-8D07-2D073C1491D5}"/>
    <dgm:cxn modelId="{CFCCA27B-B8BF-41BD-86BB-226F2D0F091C}" type="presOf" srcId="{F2DCEEA3-1118-466E-951B-7C53823E8377}" destId="{D528CE4F-88F4-4EEB-B63E-B8B15A8E27F9}" srcOrd="0" destOrd="0" presId="urn:microsoft.com/office/officeart/2018/2/layout/IconCircleList"/>
    <dgm:cxn modelId="{265F7786-0612-49A4-8582-17DC90D69EA4}" type="presOf" srcId="{837DE8DE-80D3-4DB3-B22A-CEA5ED39972A}" destId="{3831929D-30D2-4794-8A5B-7A3ADE8BF79A}" srcOrd="0" destOrd="0" presId="urn:microsoft.com/office/officeart/2018/2/layout/IconCircleList"/>
    <dgm:cxn modelId="{1DA5188C-BAFC-4056-97EE-22D2E3BC4A25}" type="presOf" srcId="{6B4FFC11-8708-4E8C-8D07-2D073C1491D5}" destId="{50007DC7-297C-4F80-9824-1AAD3879363E}" srcOrd="0" destOrd="0" presId="urn:microsoft.com/office/officeart/2018/2/layout/IconCircleList"/>
    <dgm:cxn modelId="{53C25093-B364-4F79-83EA-675C639D191D}" srcId="{E8A509AF-74C2-4436-A450-B5329F44D87C}" destId="{7F87C638-DCCD-4407-B00B-314A4ABDE70A}" srcOrd="6" destOrd="0" parTransId="{D3FB9FBE-482F-4092-B293-7042C734B7DA}" sibTransId="{3768226F-9956-44D3-A7BC-F14AD1B3CCD5}"/>
    <dgm:cxn modelId="{DA0737C6-0887-4CD5-8635-B89795F6608F}" srcId="{E8A509AF-74C2-4436-A450-B5329F44D87C}" destId="{52C75013-3400-4AAB-A6F0-8884321F492D}" srcOrd="2" destOrd="0" parTransId="{97425C28-62DE-44BC-8AD5-2DD65E58AC34}" sibTransId="{4AD12B49-4C44-4171-8474-279021FB2005}"/>
    <dgm:cxn modelId="{79A6DDCA-A233-4416-9332-C9DCA2D83E30}" type="presOf" srcId="{47B477FD-8060-4385-BEBB-5C51A2CFF22F}" destId="{6F2AD90A-5B3E-4FBE-97D8-229B5233132B}" srcOrd="0" destOrd="0" presId="urn:microsoft.com/office/officeart/2018/2/layout/IconCircleList"/>
    <dgm:cxn modelId="{07C983CC-BC06-42E9-BAAD-7BE54E756B12}" type="presOf" srcId="{E8A509AF-74C2-4436-A450-B5329F44D87C}" destId="{7F87FCDF-2834-4BD0-A179-3C253368DFDA}" srcOrd="0" destOrd="0" presId="urn:microsoft.com/office/officeart/2018/2/layout/IconCircleList"/>
    <dgm:cxn modelId="{BA0FECD5-404A-4CC0-B6AE-4B651DB2F930}" type="presOf" srcId="{7F87C638-DCCD-4407-B00B-314A4ABDE70A}" destId="{02E3E62B-F74E-4518-9E12-157C88F28137}" srcOrd="0" destOrd="0" presId="urn:microsoft.com/office/officeart/2018/2/layout/IconCircleList"/>
    <dgm:cxn modelId="{8EA8D7DC-8164-4119-98D2-F476865B989C}" srcId="{E8A509AF-74C2-4436-A450-B5329F44D87C}" destId="{F4215244-1715-4812-840C-D9C11EC0D704}" srcOrd="3" destOrd="0" parTransId="{1B718134-6572-4DF9-A3A2-99F6CD24842F}" sibTransId="{67CB64D9-4D38-49EA-83D8-D57F461EFDD0}"/>
    <dgm:cxn modelId="{108AEEE9-5F8B-4493-A887-58A0C16494A0}" type="presOf" srcId="{3768226F-9956-44D3-A7BC-F14AD1B3CCD5}" destId="{3EC9BD7A-BBEF-48EE-916E-A5FFF5ABFC8A}" srcOrd="0" destOrd="0" presId="urn:microsoft.com/office/officeart/2018/2/layout/IconCircleList"/>
    <dgm:cxn modelId="{D15452EC-CABF-4F4A-BFE0-12B085B0D928}" type="presOf" srcId="{F4215244-1715-4812-840C-D9C11EC0D704}" destId="{D2F6B0DC-3129-4FE9-B6FB-EE65B90F6401}" srcOrd="0" destOrd="0" presId="urn:microsoft.com/office/officeart/2018/2/layout/IconCircleList"/>
    <dgm:cxn modelId="{D646F0EE-162B-4E1A-99C0-C4076DC0D95E}" type="presOf" srcId="{4F2A07CB-317D-4EFE-BE05-9CF9F8B53519}" destId="{A0486176-8018-4BE9-B33D-3D907BDCB5A4}" srcOrd="0" destOrd="0" presId="urn:microsoft.com/office/officeart/2018/2/layout/IconCircleList"/>
    <dgm:cxn modelId="{CE4C95F1-BFED-41AE-BCF6-3E5073702800}" type="presOf" srcId="{67CB64D9-4D38-49EA-83D8-D57F461EFDD0}" destId="{1D3DDB70-ADEC-45F0-A3D8-D4906B4B15F1}" srcOrd="0" destOrd="0" presId="urn:microsoft.com/office/officeart/2018/2/layout/IconCircleList"/>
    <dgm:cxn modelId="{CECB3C25-19EA-4F5F-AAC8-93A403D50CA8}" type="presParOf" srcId="{7F87FCDF-2834-4BD0-A179-3C253368DFDA}" destId="{805386ED-6928-47DF-B0A6-A757EA6A90FD}" srcOrd="0" destOrd="0" presId="urn:microsoft.com/office/officeart/2018/2/layout/IconCircleList"/>
    <dgm:cxn modelId="{FF5CB5B0-DCCF-4BC6-A76C-8C163094AA95}" type="presParOf" srcId="{805386ED-6928-47DF-B0A6-A757EA6A90FD}" destId="{2A79250C-8FB2-4BE7-839A-D5F9CCDCC62E}" srcOrd="0" destOrd="0" presId="urn:microsoft.com/office/officeart/2018/2/layout/IconCircleList"/>
    <dgm:cxn modelId="{6F64C635-2138-4EE2-903D-46F9335C4ED9}" type="presParOf" srcId="{2A79250C-8FB2-4BE7-839A-D5F9CCDCC62E}" destId="{8DE3FF42-3E56-4280-B744-538D9C39261C}" srcOrd="0" destOrd="0" presId="urn:microsoft.com/office/officeart/2018/2/layout/IconCircleList"/>
    <dgm:cxn modelId="{B9CDF10A-0350-4028-89D1-599295B8EE65}" type="presParOf" srcId="{2A79250C-8FB2-4BE7-839A-D5F9CCDCC62E}" destId="{01736DC6-4116-46F5-97E5-40C7CD05500C}" srcOrd="1" destOrd="0" presId="urn:microsoft.com/office/officeart/2018/2/layout/IconCircleList"/>
    <dgm:cxn modelId="{2976C9CD-C6DF-4B90-8444-C72119F81A53}" type="presParOf" srcId="{2A79250C-8FB2-4BE7-839A-D5F9CCDCC62E}" destId="{47F5C1D8-BD40-4772-968C-8079826A9E9F}" srcOrd="2" destOrd="0" presId="urn:microsoft.com/office/officeart/2018/2/layout/IconCircleList"/>
    <dgm:cxn modelId="{3B347A04-8751-4764-8052-4DAC77BFA3AD}" type="presParOf" srcId="{2A79250C-8FB2-4BE7-839A-D5F9CCDCC62E}" destId="{3831929D-30D2-4794-8A5B-7A3ADE8BF79A}" srcOrd="3" destOrd="0" presId="urn:microsoft.com/office/officeart/2018/2/layout/IconCircleList"/>
    <dgm:cxn modelId="{6F1EB6E4-FEE1-40AF-AA65-5EE720EB0F51}" type="presParOf" srcId="{805386ED-6928-47DF-B0A6-A757EA6A90FD}" destId="{50007DC7-297C-4F80-9824-1AAD3879363E}" srcOrd="1" destOrd="0" presId="urn:microsoft.com/office/officeart/2018/2/layout/IconCircleList"/>
    <dgm:cxn modelId="{FA70AA8F-8404-476E-AAEE-63C245CCF628}" type="presParOf" srcId="{805386ED-6928-47DF-B0A6-A757EA6A90FD}" destId="{A91E2CB1-7044-44CF-9E93-88A24FC8F4A7}" srcOrd="2" destOrd="0" presId="urn:microsoft.com/office/officeart/2018/2/layout/IconCircleList"/>
    <dgm:cxn modelId="{F072B877-4063-45CD-B842-D75BCE5769C8}" type="presParOf" srcId="{A91E2CB1-7044-44CF-9E93-88A24FC8F4A7}" destId="{17833890-6925-46A8-A40A-8D8862FA813C}" srcOrd="0" destOrd="0" presId="urn:microsoft.com/office/officeart/2018/2/layout/IconCircleList"/>
    <dgm:cxn modelId="{3FD21474-F230-4E6A-B8C3-52AEC6254872}" type="presParOf" srcId="{A91E2CB1-7044-44CF-9E93-88A24FC8F4A7}" destId="{09471F29-E9AA-4118-B9DE-1B7FBF277F6A}" srcOrd="1" destOrd="0" presId="urn:microsoft.com/office/officeart/2018/2/layout/IconCircleList"/>
    <dgm:cxn modelId="{6C290182-DD24-4697-9D94-D711BDA4D35B}" type="presParOf" srcId="{A91E2CB1-7044-44CF-9E93-88A24FC8F4A7}" destId="{3ADF4A6C-2AB3-4599-8470-9410587AC7DA}" srcOrd="2" destOrd="0" presId="urn:microsoft.com/office/officeart/2018/2/layout/IconCircleList"/>
    <dgm:cxn modelId="{4EBBBCED-700B-4298-ABAE-80F5333DF41F}" type="presParOf" srcId="{A91E2CB1-7044-44CF-9E93-88A24FC8F4A7}" destId="{3733B059-1F15-412E-ADD9-B28D61327032}" srcOrd="3" destOrd="0" presId="urn:microsoft.com/office/officeart/2018/2/layout/IconCircleList"/>
    <dgm:cxn modelId="{C170812A-57DE-4DA5-8D7B-A31F9059B6C9}" type="presParOf" srcId="{805386ED-6928-47DF-B0A6-A757EA6A90FD}" destId="{6F2AD90A-5B3E-4FBE-97D8-229B5233132B}" srcOrd="3" destOrd="0" presId="urn:microsoft.com/office/officeart/2018/2/layout/IconCircleList"/>
    <dgm:cxn modelId="{681431AC-C360-4B5B-A5D4-9278869BFC73}" type="presParOf" srcId="{805386ED-6928-47DF-B0A6-A757EA6A90FD}" destId="{F9D35549-76DC-4349-8B78-3704EA598F60}" srcOrd="4" destOrd="0" presId="urn:microsoft.com/office/officeart/2018/2/layout/IconCircleList"/>
    <dgm:cxn modelId="{2FCF5819-9FDC-4FD5-9D14-EB15E53A39EF}" type="presParOf" srcId="{F9D35549-76DC-4349-8B78-3704EA598F60}" destId="{264F4047-C0A3-4073-8287-681B0F519B2F}" srcOrd="0" destOrd="0" presId="urn:microsoft.com/office/officeart/2018/2/layout/IconCircleList"/>
    <dgm:cxn modelId="{FE279224-CEC9-48D0-B639-7AE726DFA297}" type="presParOf" srcId="{F9D35549-76DC-4349-8B78-3704EA598F60}" destId="{425AD764-D221-4D1A-BBE6-13463DF00B52}" srcOrd="1" destOrd="0" presId="urn:microsoft.com/office/officeart/2018/2/layout/IconCircleList"/>
    <dgm:cxn modelId="{066318CA-C9C5-4884-B144-F1D99C10A7B4}" type="presParOf" srcId="{F9D35549-76DC-4349-8B78-3704EA598F60}" destId="{1DF35891-8A2C-4473-ABCE-029F6A477E8D}" srcOrd="2" destOrd="0" presId="urn:microsoft.com/office/officeart/2018/2/layout/IconCircleList"/>
    <dgm:cxn modelId="{9B0739E6-10CD-4237-ADD3-ABF31D6EFADF}" type="presParOf" srcId="{F9D35549-76DC-4349-8B78-3704EA598F60}" destId="{BAB79553-F568-413D-AF2F-E110F0BEF67B}" srcOrd="3" destOrd="0" presId="urn:microsoft.com/office/officeart/2018/2/layout/IconCircleList"/>
    <dgm:cxn modelId="{8A4436B3-A188-4162-BF3F-29A6DF97F691}" type="presParOf" srcId="{805386ED-6928-47DF-B0A6-A757EA6A90FD}" destId="{E72F347B-BA3F-43AB-AEF6-43A3D25CC49C}" srcOrd="5" destOrd="0" presId="urn:microsoft.com/office/officeart/2018/2/layout/IconCircleList"/>
    <dgm:cxn modelId="{88ED9ECD-6D64-4815-9CB1-BFEE89D3B34A}" type="presParOf" srcId="{805386ED-6928-47DF-B0A6-A757EA6A90FD}" destId="{4DD16A8C-1942-4A2D-8267-BF2E8A902AA5}" srcOrd="6" destOrd="0" presId="urn:microsoft.com/office/officeart/2018/2/layout/IconCircleList"/>
    <dgm:cxn modelId="{9D199A00-8447-41BF-A528-999D18F981A3}" type="presParOf" srcId="{4DD16A8C-1942-4A2D-8267-BF2E8A902AA5}" destId="{896D6BA0-A928-4546-AF11-51366734F90E}" srcOrd="0" destOrd="0" presId="urn:microsoft.com/office/officeart/2018/2/layout/IconCircleList"/>
    <dgm:cxn modelId="{240EFBA0-B881-4033-BB73-DFBCDC868239}" type="presParOf" srcId="{4DD16A8C-1942-4A2D-8267-BF2E8A902AA5}" destId="{F30BFE53-CA85-4D59-BFAA-C8C09410E4C0}" srcOrd="1" destOrd="0" presId="urn:microsoft.com/office/officeart/2018/2/layout/IconCircleList"/>
    <dgm:cxn modelId="{B68276BD-E2F5-4A16-996E-BAF0B0580D6B}" type="presParOf" srcId="{4DD16A8C-1942-4A2D-8267-BF2E8A902AA5}" destId="{74F94DB7-A7BD-45D3-8838-7C9C1C8BC1FB}" srcOrd="2" destOrd="0" presId="urn:microsoft.com/office/officeart/2018/2/layout/IconCircleList"/>
    <dgm:cxn modelId="{58C56840-6F8C-4EA6-9A43-DBEEEB706D1D}" type="presParOf" srcId="{4DD16A8C-1942-4A2D-8267-BF2E8A902AA5}" destId="{D2F6B0DC-3129-4FE9-B6FB-EE65B90F6401}" srcOrd="3" destOrd="0" presId="urn:microsoft.com/office/officeart/2018/2/layout/IconCircleList"/>
    <dgm:cxn modelId="{51A3CBF4-41DE-4F1D-B35B-A217C0CF60E0}" type="presParOf" srcId="{805386ED-6928-47DF-B0A6-A757EA6A90FD}" destId="{1D3DDB70-ADEC-45F0-A3D8-D4906B4B15F1}" srcOrd="7" destOrd="0" presId="urn:microsoft.com/office/officeart/2018/2/layout/IconCircleList"/>
    <dgm:cxn modelId="{9D7401C1-931A-40DD-940B-5AB6EDB549E9}" type="presParOf" srcId="{805386ED-6928-47DF-B0A6-A757EA6A90FD}" destId="{BA60ADFC-FAF1-44CB-85D7-5DA035AC4FAB}" srcOrd="8" destOrd="0" presId="urn:microsoft.com/office/officeart/2018/2/layout/IconCircleList"/>
    <dgm:cxn modelId="{DED62E96-7E74-41D2-A10C-BBFF45CF833A}" type="presParOf" srcId="{BA60ADFC-FAF1-44CB-85D7-5DA035AC4FAB}" destId="{5B6C8109-8944-49B3-87E0-7C889EF32BCA}" srcOrd="0" destOrd="0" presId="urn:microsoft.com/office/officeart/2018/2/layout/IconCircleList"/>
    <dgm:cxn modelId="{DB55B9B5-550F-4BEC-B654-9E2C6C00F02E}" type="presParOf" srcId="{BA60ADFC-FAF1-44CB-85D7-5DA035AC4FAB}" destId="{FC1DEA3D-4B19-4A6A-87B3-5E24C1AB8907}" srcOrd="1" destOrd="0" presId="urn:microsoft.com/office/officeart/2018/2/layout/IconCircleList"/>
    <dgm:cxn modelId="{0B53AC97-A7F0-488B-A3DD-1CCFAA23EBC7}" type="presParOf" srcId="{BA60ADFC-FAF1-44CB-85D7-5DA035AC4FAB}" destId="{00E22F01-3B1A-4364-A573-11D2ADA6A3C2}" srcOrd="2" destOrd="0" presId="urn:microsoft.com/office/officeart/2018/2/layout/IconCircleList"/>
    <dgm:cxn modelId="{DE47422A-F9B9-42FC-AEF0-313DD0F85B12}" type="presParOf" srcId="{BA60ADFC-FAF1-44CB-85D7-5DA035AC4FAB}" destId="{D528CE4F-88F4-4EEB-B63E-B8B15A8E27F9}" srcOrd="3" destOrd="0" presId="urn:microsoft.com/office/officeart/2018/2/layout/IconCircleList"/>
    <dgm:cxn modelId="{AF084995-D0C6-4AF9-AD49-6FFF98595D75}" type="presParOf" srcId="{805386ED-6928-47DF-B0A6-A757EA6A90FD}" destId="{C16C2797-08CB-4F4D-AC3D-E53D73E21454}" srcOrd="9" destOrd="0" presId="urn:microsoft.com/office/officeart/2018/2/layout/IconCircleList"/>
    <dgm:cxn modelId="{83000B95-7695-4241-BAF1-79FA849ED131}" type="presParOf" srcId="{805386ED-6928-47DF-B0A6-A757EA6A90FD}" destId="{D5D11B40-9EBC-4296-955D-D2E7E014FC39}" srcOrd="10" destOrd="0" presId="urn:microsoft.com/office/officeart/2018/2/layout/IconCircleList"/>
    <dgm:cxn modelId="{FBB71977-B077-4252-B2EC-245949BE7BA0}" type="presParOf" srcId="{D5D11B40-9EBC-4296-955D-D2E7E014FC39}" destId="{D1EF47C6-0D0B-4AA7-B96D-2EEB44A1FB49}" srcOrd="0" destOrd="0" presId="urn:microsoft.com/office/officeart/2018/2/layout/IconCircleList"/>
    <dgm:cxn modelId="{B3AFB637-19AD-42FD-8816-2E71C5FF3A5D}" type="presParOf" srcId="{D5D11B40-9EBC-4296-955D-D2E7E014FC39}" destId="{0D56B4A5-6A30-40EC-A41D-80AE17E2DDCB}" srcOrd="1" destOrd="0" presId="urn:microsoft.com/office/officeart/2018/2/layout/IconCircleList"/>
    <dgm:cxn modelId="{5AF3BA9F-5FB9-4DAD-B3E3-D880B7EA2386}" type="presParOf" srcId="{D5D11B40-9EBC-4296-955D-D2E7E014FC39}" destId="{AB952157-676F-4391-B8B5-13BCC1E0A271}" srcOrd="2" destOrd="0" presId="urn:microsoft.com/office/officeart/2018/2/layout/IconCircleList"/>
    <dgm:cxn modelId="{A397CCC2-5F45-4883-93BD-4C1B6BFA045C}" type="presParOf" srcId="{D5D11B40-9EBC-4296-955D-D2E7E014FC39}" destId="{9C1F0FFA-00F6-4643-A493-0F4EBECF743B}" srcOrd="3" destOrd="0" presId="urn:microsoft.com/office/officeart/2018/2/layout/IconCircleList"/>
    <dgm:cxn modelId="{BD122DA8-25D4-4274-9B20-8B788DA8F828}" type="presParOf" srcId="{805386ED-6928-47DF-B0A6-A757EA6A90FD}" destId="{A0486176-8018-4BE9-B33D-3D907BDCB5A4}" srcOrd="11" destOrd="0" presId="urn:microsoft.com/office/officeart/2018/2/layout/IconCircleList"/>
    <dgm:cxn modelId="{60604407-3934-430D-9719-227F7304FECD}" type="presParOf" srcId="{805386ED-6928-47DF-B0A6-A757EA6A90FD}" destId="{2784D3F4-61F1-4B85-B47A-850FB130085C}" srcOrd="12" destOrd="0" presId="urn:microsoft.com/office/officeart/2018/2/layout/IconCircleList"/>
    <dgm:cxn modelId="{85C7FE46-8226-4914-8B9C-BF6D0F376F3A}" type="presParOf" srcId="{2784D3F4-61F1-4B85-B47A-850FB130085C}" destId="{840896F4-DD0A-4BE9-ADD1-4679B82DD697}" srcOrd="0" destOrd="0" presId="urn:microsoft.com/office/officeart/2018/2/layout/IconCircleList"/>
    <dgm:cxn modelId="{BA6B7FB0-5E75-47B1-90B7-28EBD0657FD4}" type="presParOf" srcId="{2784D3F4-61F1-4B85-B47A-850FB130085C}" destId="{E0E4F43D-C6F7-4D16-8209-3541DBB054CF}" srcOrd="1" destOrd="0" presId="urn:microsoft.com/office/officeart/2018/2/layout/IconCircleList"/>
    <dgm:cxn modelId="{EB0C3E69-AF56-4B9C-BDB6-0F11DFD88EF9}" type="presParOf" srcId="{2784D3F4-61F1-4B85-B47A-850FB130085C}" destId="{AB4B7941-FE10-463B-ADAE-E6925B9BCAA5}" srcOrd="2" destOrd="0" presId="urn:microsoft.com/office/officeart/2018/2/layout/IconCircleList"/>
    <dgm:cxn modelId="{4BC06F16-EF07-444D-ABE5-F72633B3DEC3}" type="presParOf" srcId="{2784D3F4-61F1-4B85-B47A-850FB130085C}" destId="{02E3E62B-F74E-4518-9E12-157C88F28137}" srcOrd="3" destOrd="0" presId="urn:microsoft.com/office/officeart/2018/2/layout/IconCircleList"/>
    <dgm:cxn modelId="{67A6C063-1F90-44AE-943E-AB7CB9451A44}" type="presParOf" srcId="{805386ED-6928-47DF-B0A6-A757EA6A90FD}" destId="{3EC9BD7A-BBEF-48EE-916E-A5FFF5ABFC8A}" srcOrd="13" destOrd="0" presId="urn:microsoft.com/office/officeart/2018/2/layout/IconCircleList"/>
    <dgm:cxn modelId="{24287849-E807-4C40-A6EE-42D32CBD1391}" type="presParOf" srcId="{805386ED-6928-47DF-B0A6-A757EA6A90FD}" destId="{78301EB7-A66F-4A2B-A61D-0D3254CFC5BE}" srcOrd="14" destOrd="0" presId="urn:microsoft.com/office/officeart/2018/2/layout/IconCircleList"/>
    <dgm:cxn modelId="{084A2768-CA6E-4D15-A116-FAC0C6358664}" type="presParOf" srcId="{78301EB7-A66F-4A2B-A61D-0D3254CFC5BE}" destId="{7273AD57-5105-47D9-839C-374E5FF133EF}" srcOrd="0" destOrd="0" presId="urn:microsoft.com/office/officeart/2018/2/layout/IconCircleList"/>
    <dgm:cxn modelId="{7844FD3B-F015-422A-AF76-08A8C5A343E2}" type="presParOf" srcId="{78301EB7-A66F-4A2B-A61D-0D3254CFC5BE}" destId="{98F61E94-9B17-4107-AADB-3B937F869EBE}" srcOrd="1" destOrd="0" presId="urn:microsoft.com/office/officeart/2018/2/layout/IconCircleList"/>
    <dgm:cxn modelId="{6B587F26-9C19-46A5-9602-44E52DD56C0B}" type="presParOf" srcId="{78301EB7-A66F-4A2B-A61D-0D3254CFC5BE}" destId="{6779F0D1-73A9-4D49-AE2E-1C70F7F09E6B}" srcOrd="2" destOrd="0" presId="urn:microsoft.com/office/officeart/2018/2/layout/IconCircleList"/>
    <dgm:cxn modelId="{834DB153-41BD-41AF-894B-05AB135337FF}" type="presParOf" srcId="{78301EB7-A66F-4A2B-A61D-0D3254CFC5BE}" destId="{119C4335-B0C0-4CB5-8646-E87845174EB3}"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7058D38-4C67-4C9D-9B23-32F6566F6977}" type="doc">
      <dgm:prSet loTypeId="urn:microsoft.com/office/officeart/2018/2/layout/IconLabelList" loCatId="icon" qsTypeId="urn:microsoft.com/office/officeart/2005/8/quickstyle/simple1" qsCatId="simple" csTypeId="urn:microsoft.com/office/officeart/2018/5/colors/Iconchunking_neutralbg_colorful2" csCatId="colorful" phldr="1"/>
      <dgm:spPr/>
      <dgm:t>
        <a:bodyPr/>
        <a:lstStyle/>
        <a:p>
          <a:endParaRPr lang="en-US"/>
        </a:p>
      </dgm:t>
    </dgm:pt>
    <dgm:pt modelId="{A4C55BDD-25DC-4C8E-A2E3-8FEB06B43A3A}">
      <dgm:prSet/>
      <dgm:spPr/>
      <dgm:t>
        <a:bodyPr/>
        <a:lstStyle/>
        <a:p>
          <a:r>
            <a:rPr lang="en-US"/>
            <a:t>After Model check Accuracy ,MSE and R2_Score because this is a regression problem as we are working on testing and training to predict yield which is numerical value.</a:t>
          </a:r>
        </a:p>
      </dgm:t>
    </dgm:pt>
    <dgm:pt modelId="{D2728821-CDA3-4C23-8E63-A2AC1EAF8F36}" type="parTrans" cxnId="{00660BEE-E149-40E1-8DC2-58F277F33490}">
      <dgm:prSet/>
      <dgm:spPr/>
      <dgm:t>
        <a:bodyPr/>
        <a:lstStyle/>
        <a:p>
          <a:endParaRPr lang="en-US"/>
        </a:p>
      </dgm:t>
    </dgm:pt>
    <dgm:pt modelId="{ADDCEBCC-ECA1-4D7E-8040-AF9D6A84E429}" type="sibTrans" cxnId="{00660BEE-E149-40E1-8DC2-58F277F33490}">
      <dgm:prSet/>
      <dgm:spPr/>
      <dgm:t>
        <a:bodyPr/>
        <a:lstStyle/>
        <a:p>
          <a:endParaRPr lang="en-US"/>
        </a:p>
      </dgm:t>
    </dgm:pt>
    <dgm:pt modelId="{2A2031E3-E391-4BFB-ADC8-4713144D1258}">
      <dgm:prSet/>
      <dgm:spPr/>
      <dgm:t>
        <a:bodyPr/>
        <a:lstStyle/>
        <a:p>
          <a:r>
            <a:rPr lang="en-US"/>
            <a:t>Based on Accuracy Selects which model Accuracy is high and then that model is optimal for production.</a:t>
          </a:r>
        </a:p>
      </dgm:t>
    </dgm:pt>
    <dgm:pt modelId="{E6D7C266-22D6-4669-94E7-D308008E29B2}" type="parTrans" cxnId="{53CB9229-7C88-4FD8-B0C0-21CF28BAEA75}">
      <dgm:prSet/>
      <dgm:spPr/>
      <dgm:t>
        <a:bodyPr/>
        <a:lstStyle/>
        <a:p>
          <a:endParaRPr lang="en-US"/>
        </a:p>
      </dgm:t>
    </dgm:pt>
    <dgm:pt modelId="{39F98F5B-EC10-495B-B76B-032C5C339257}" type="sibTrans" cxnId="{53CB9229-7C88-4FD8-B0C0-21CF28BAEA75}">
      <dgm:prSet/>
      <dgm:spPr/>
      <dgm:t>
        <a:bodyPr/>
        <a:lstStyle/>
        <a:p>
          <a:endParaRPr lang="en-US"/>
        </a:p>
      </dgm:t>
    </dgm:pt>
    <dgm:pt modelId="{8021A67F-DAFB-4B1B-8200-EC8DE1A4BDCF}" type="pres">
      <dgm:prSet presAssocID="{C7058D38-4C67-4C9D-9B23-32F6566F6977}" presName="root" presStyleCnt="0">
        <dgm:presLayoutVars>
          <dgm:dir/>
          <dgm:resizeHandles val="exact"/>
        </dgm:presLayoutVars>
      </dgm:prSet>
      <dgm:spPr/>
    </dgm:pt>
    <dgm:pt modelId="{C4ED3751-A3F6-4948-A314-F7722A9C226E}" type="pres">
      <dgm:prSet presAssocID="{A4C55BDD-25DC-4C8E-A2E3-8FEB06B43A3A}" presName="compNode" presStyleCnt="0"/>
      <dgm:spPr/>
    </dgm:pt>
    <dgm:pt modelId="{098568E6-8886-4796-B36D-AF6B42870287}" type="pres">
      <dgm:prSet presAssocID="{A4C55BDD-25DC-4C8E-A2E3-8FEB06B43A3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esentation with Checklist"/>
        </a:ext>
      </dgm:extLst>
    </dgm:pt>
    <dgm:pt modelId="{782D2EE2-6B65-4B8F-A6DA-1F85401863BC}" type="pres">
      <dgm:prSet presAssocID="{A4C55BDD-25DC-4C8E-A2E3-8FEB06B43A3A}" presName="spaceRect" presStyleCnt="0"/>
      <dgm:spPr/>
    </dgm:pt>
    <dgm:pt modelId="{BB0EA328-D351-4248-93FA-B467065E9FB7}" type="pres">
      <dgm:prSet presAssocID="{A4C55BDD-25DC-4C8E-A2E3-8FEB06B43A3A}" presName="textRect" presStyleLbl="revTx" presStyleIdx="0" presStyleCnt="2">
        <dgm:presLayoutVars>
          <dgm:chMax val="1"/>
          <dgm:chPref val="1"/>
        </dgm:presLayoutVars>
      </dgm:prSet>
      <dgm:spPr/>
    </dgm:pt>
    <dgm:pt modelId="{E941E7A2-8E35-4AFF-AC3C-FF742B4778FC}" type="pres">
      <dgm:prSet presAssocID="{ADDCEBCC-ECA1-4D7E-8040-AF9D6A84E429}" presName="sibTrans" presStyleCnt="0"/>
      <dgm:spPr/>
    </dgm:pt>
    <dgm:pt modelId="{9F8DC779-768B-4CD0-957B-5698DAB6E818}" type="pres">
      <dgm:prSet presAssocID="{2A2031E3-E391-4BFB-ADC8-4713144D1258}" presName="compNode" presStyleCnt="0"/>
      <dgm:spPr/>
    </dgm:pt>
    <dgm:pt modelId="{D4961BB0-B8FD-4D88-92A9-F0954893C326}" type="pres">
      <dgm:prSet presAssocID="{2A2031E3-E391-4BFB-ADC8-4713144D125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rget"/>
        </a:ext>
      </dgm:extLst>
    </dgm:pt>
    <dgm:pt modelId="{7F92EF8A-F68C-4A7B-B7BC-4EC4C3796CB2}" type="pres">
      <dgm:prSet presAssocID="{2A2031E3-E391-4BFB-ADC8-4713144D1258}" presName="spaceRect" presStyleCnt="0"/>
      <dgm:spPr/>
    </dgm:pt>
    <dgm:pt modelId="{7096C70B-E5B1-4ECE-9493-AF7F03DDBFBF}" type="pres">
      <dgm:prSet presAssocID="{2A2031E3-E391-4BFB-ADC8-4713144D1258}" presName="textRect" presStyleLbl="revTx" presStyleIdx="1" presStyleCnt="2">
        <dgm:presLayoutVars>
          <dgm:chMax val="1"/>
          <dgm:chPref val="1"/>
        </dgm:presLayoutVars>
      </dgm:prSet>
      <dgm:spPr/>
    </dgm:pt>
  </dgm:ptLst>
  <dgm:cxnLst>
    <dgm:cxn modelId="{6EC30327-41AD-4D64-83BE-910812637FBC}" type="presOf" srcId="{2A2031E3-E391-4BFB-ADC8-4713144D1258}" destId="{7096C70B-E5B1-4ECE-9493-AF7F03DDBFBF}" srcOrd="0" destOrd="0" presId="urn:microsoft.com/office/officeart/2018/2/layout/IconLabelList"/>
    <dgm:cxn modelId="{53CB9229-7C88-4FD8-B0C0-21CF28BAEA75}" srcId="{C7058D38-4C67-4C9D-9B23-32F6566F6977}" destId="{2A2031E3-E391-4BFB-ADC8-4713144D1258}" srcOrd="1" destOrd="0" parTransId="{E6D7C266-22D6-4669-94E7-D308008E29B2}" sibTransId="{39F98F5B-EC10-495B-B76B-032C5C339257}"/>
    <dgm:cxn modelId="{B23310AF-7E56-48B0-800E-0CE574F43FDB}" type="presOf" srcId="{A4C55BDD-25DC-4C8E-A2E3-8FEB06B43A3A}" destId="{BB0EA328-D351-4248-93FA-B467065E9FB7}" srcOrd="0" destOrd="0" presId="urn:microsoft.com/office/officeart/2018/2/layout/IconLabelList"/>
    <dgm:cxn modelId="{00660BEE-E149-40E1-8DC2-58F277F33490}" srcId="{C7058D38-4C67-4C9D-9B23-32F6566F6977}" destId="{A4C55BDD-25DC-4C8E-A2E3-8FEB06B43A3A}" srcOrd="0" destOrd="0" parTransId="{D2728821-CDA3-4C23-8E63-A2AC1EAF8F36}" sibTransId="{ADDCEBCC-ECA1-4D7E-8040-AF9D6A84E429}"/>
    <dgm:cxn modelId="{74B202F3-CF33-4EFC-A66E-8831B9A87C8E}" type="presOf" srcId="{C7058D38-4C67-4C9D-9B23-32F6566F6977}" destId="{8021A67F-DAFB-4B1B-8200-EC8DE1A4BDCF}" srcOrd="0" destOrd="0" presId="urn:microsoft.com/office/officeart/2018/2/layout/IconLabelList"/>
    <dgm:cxn modelId="{EBAD16C7-4999-410A-9B24-5CB845600E7B}" type="presParOf" srcId="{8021A67F-DAFB-4B1B-8200-EC8DE1A4BDCF}" destId="{C4ED3751-A3F6-4948-A314-F7722A9C226E}" srcOrd="0" destOrd="0" presId="urn:microsoft.com/office/officeart/2018/2/layout/IconLabelList"/>
    <dgm:cxn modelId="{2762BECD-643C-472A-B075-C1BAB7FB48AE}" type="presParOf" srcId="{C4ED3751-A3F6-4948-A314-F7722A9C226E}" destId="{098568E6-8886-4796-B36D-AF6B42870287}" srcOrd="0" destOrd="0" presId="urn:microsoft.com/office/officeart/2018/2/layout/IconLabelList"/>
    <dgm:cxn modelId="{9F0CB53C-E36C-4137-A015-3EFA5E50BB2E}" type="presParOf" srcId="{C4ED3751-A3F6-4948-A314-F7722A9C226E}" destId="{782D2EE2-6B65-4B8F-A6DA-1F85401863BC}" srcOrd="1" destOrd="0" presId="urn:microsoft.com/office/officeart/2018/2/layout/IconLabelList"/>
    <dgm:cxn modelId="{34FAFF0D-57B3-43F9-B15E-0FFF457FC48D}" type="presParOf" srcId="{C4ED3751-A3F6-4948-A314-F7722A9C226E}" destId="{BB0EA328-D351-4248-93FA-B467065E9FB7}" srcOrd="2" destOrd="0" presId="urn:microsoft.com/office/officeart/2018/2/layout/IconLabelList"/>
    <dgm:cxn modelId="{F2512640-B9D3-4328-8FD8-EC728DA9040B}" type="presParOf" srcId="{8021A67F-DAFB-4B1B-8200-EC8DE1A4BDCF}" destId="{E941E7A2-8E35-4AFF-AC3C-FF742B4778FC}" srcOrd="1" destOrd="0" presId="urn:microsoft.com/office/officeart/2018/2/layout/IconLabelList"/>
    <dgm:cxn modelId="{1DC6EE2C-45D5-4FD0-80EF-DCB82B4D0046}" type="presParOf" srcId="{8021A67F-DAFB-4B1B-8200-EC8DE1A4BDCF}" destId="{9F8DC779-768B-4CD0-957B-5698DAB6E818}" srcOrd="2" destOrd="0" presId="urn:microsoft.com/office/officeart/2018/2/layout/IconLabelList"/>
    <dgm:cxn modelId="{61340E1B-5D53-4610-B054-699A23A1BCEB}" type="presParOf" srcId="{9F8DC779-768B-4CD0-957B-5698DAB6E818}" destId="{D4961BB0-B8FD-4D88-92A9-F0954893C326}" srcOrd="0" destOrd="0" presId="urn:microsoft.com/office/officeart/2018/2/layout/IconLabelList"/>
    <dgm:cxn modelId="{06C6D7FB-3F93-495F-82AF-AD53803829DC}" type="presParOf" srcId="{9F8DC779-768B-4CD0-957B-5698DAB6E818}" destId="{7F92EF8A-F68C-4A7B-B7BC-4EC4C3796CB2}" srcOrd="1" destOrd="0" presId="urn:microsoft.com/office/officeart/2018/2/layout/IconLabelList"/>
    <dgm:cxn modelId="{4120C7E5-839F-482B-9CDA-83CD07DAC2A9}" type="presParOf" srcId="{9F8DC779-768B-4CD0-957B-5698DAB6E818}" destId="{7096C70B-E5B1-4ECE-9493-AF7F03DDBFB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3A9585F-B12B-4970-897F-15A5A3203EF1}" type="doc">
      <dgm:prSet loTypeId="urn:microsoft.com/office/officeart/2018/2/layout/IconLabelList" loCatId="icon" qsTypeId="urn:microsoft.com/office/officeart/2005/8/quickstyle/simple1" qsCatId="simple" csTypeId="urn:microsoft.com/office/officeart/2018/5/colors/Iconchunking_neutralbg_colorful2" csCatId="colorful" phldr="1"/>
      <dgm:spPr/>
      <dgm:t>
        <a:bodyPr/>
        <a:lstStyle/>
        <a:p>
          <a:endParaRPr lang="en-US"/>
        </a:p>
      </dgm:t>
    </dgm:pt>
    <dgm:pt modelId="{0070B75E-C03D-490E-89CC-11B348CC03C7}">
      <dgm:prSet/>
      <dgm:spPr/>
      <dgm:t>
        <a:bodyPr/>
        <a:lstStyle/>
        <a:p>
          <a:r>
            <a:rPr lang="en-US"/>
            <a:t>To check what is the strength of your model ,Like how well it is ,Is is good for marketing or to deploy in the real field .</a:t>
          </a:r>
        </a:p>
      </dgm:t>
    </dgm:pt>
    <dgm:pt modelId="{EA628722-50BF-48E8-AF48-D2D98EB50117}" type="parTrans" cxnId="{67713C0F-1001-4BD5-BFB2-3D24A0DA3A46}">
      <dgm:prSet/>
      <dgm:spPr/>
      <dgm:t>
        <a:bodyPr/>
        <a:lstStyle/>
        <a:p>
          <a:endParaRPr lang="en-US"/>
        </a:p>
      </dgm:t>
    </dgm:pt>
    <dgm:pt modelId="{4895429A-F292-41EF-877C-C97092E48EBB}" type="sibTrans" cxnId="{67713C0F-1001-4BD5-BFB2-3D24A0DA3A46}">
      <dgm:prSet/>
      <dgm:spPr/>
      <dgm:t>
        <a:bodyPr/>
        <a:lstStyle/>
        <a:p>
          <a:endParaRPr lang="en-US"/>
        </a:p>
      </dgm:t>
    </dgm:pt>
    <dgm:pt modelId="{71D7C60B-3AF8-4B38-8CE4-145909D9119A}">
      <dgm:prSet/>
      <dgm:spPr/>
      <dgm:t>
        <a:bodyPr/>
        <a:lstStyle/>
        <a:p>
          <a:r>
            <a:rPr lang="en-US"/>
            <a:t>Then make final changes in your project like some techniques to increase accuracy and remove error like related to overfitting and underfitting.</a:t>
          </a:r>
        </a:p>
      </dgm:t>
    </dgm:pt>
    <dgm:pt modelId="{D554296A-A37E-418B-A923-F390B05371EE}" type="parTrans" cxnId="{C57EB039-B52E-4672-92B5-5913F125C248}">
      <dgm:prSet/>
      <dgm:spPr/>
      <dgm:t>
        <a:bodyPr/>
        <a:lstStyle/>
        <a:p>
          <a:endParaRPr lang="en-US"/>
        </a:p>
      </dgm:t>
    </dgm:pt>
    <dgm:pt modelId="{7C43E169-FA9A-4321-A63C-B65E4BCA6557}" type="sibTrans" cxnId="{C57EB039-B52E-4672-92B5-5913F125C248}">
      <dgm:prSet/>
      <dgm:spPr/>
      <dgm:t>
        <a:bodyPr/>
        <a:lstStyle/>
        <a:p>
          <a:endParaRPr lang="en-US"/>
        </a:p>
      </dgm:t>
    </dgm:pt>
    <dgm:pt modelId="{09AA8C5C-AB83-4CE3-A8DC-DA8CB01641C0}" type="pres">
      <dgm:prSet presAssocID="{F3A9585F-B12B-4970-897F-15A5A3203EF1}" presName="root" presStyleCnt="0">
        <dgm:presLayoutVars>
          <dgm:dir/>
          <dgm:resizeHandles val="exact"/>
        </dgm:presLayoutVars>
      </dgm:prSet>
      <dgm:spPr/>
    </dgm:pt>
    <dgm:pt modelId="{48AE66F8-028E-467B-8434-0A57E60E444D}" type="pres">
      <dgm:prSet presAssocID="{0070B75E-C03D-490E-89CC-11B348CC03C7}" presName="compNode" presStyleCnt="0"/>
      <dgm:spPr/>
    </dgm:pt>
    <dgm:pt modelId="{D7782FD3-FBD2-45D1-B0FC-E966B04627F9}" type="pres">
      <dgm:prSet presAssocID="{0070B75E-C03D-490E-89CC-11B348CC03C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C49A9622-182B-41B7-A623-8AEB047A7760}" type="pres">
      <dgm:prSet presAssocID="{0070B75E-C03D-490E-89CC-11B348CC03C7}" presName="spaceRect" presStyleCnt="0"/>
      <dgm:spPr/>
    </dgm:pt>
    <dgm:pt modelId="{ABAFED5E-DE97-43D1-9329-2172A7EDDD01}" type="pres">
      <dgm:prSet presAssocID="{0070B75E-C03D-490E-89CC-11B348CC03C7}" presName="textRect" presStyleLbl="revTx" presStyleIdx="0" presStyleCnt="2">
        <dgm:presLayoutVars>
          <dgm:chMax val="1"/>
          <dgm:chPref val="1"/>
        </dgm:presLayoutVars>
      </dgm:prSet>
      <dgm:spPr/>
    </dgm:pt>
    <dgm:pt modelId="{B20F3D2C-839A-4FDC-B3A5-3D5499C929DA}" type="pres">
      <dgm:prSet presAssocID="{4895429A-F292-41EF-877C-C97092E48EBB}" presName="sibTrans" presStyleCnt="0"/>
      <dgm:spPr/>
    </dgm:pt>
    <dgm:pt modelId="{BED84E49-0F2C-44CF-8756-579CE7FAC2E1}" type="pres">
      <dgm:prSet presAssocID="{71D7C60B-3AF8-4B38-8CE4-145909D9119A}" presName="compNode" presStyleCnt="0"/>
      <dgm:spPr/>
    </dgm:pt>
    <dgm:pt modelId="{D20D2D5C-D610-4A7F-8A61-5708DD0B76C9}" type="pres">
      <dgm:prSet presAssocID="{71D7C60B-3AF8-4B38-8CE4-145909D9119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peed Bump"/>
        </a:ext>
      </dgm:extLst>
    </dgm:pt>
    <dgm:pt modelId="{D53C9E15-CCEF-4A78-B9DE-50626F17DAF4}" type="pres">
      <dgm:prSet presAssocID="{71D7C60B-3AF8-4B38-8CE4-145909D9119A}" presName="spaceRect" presStyleCnt="0"/>
      <dgm:spPr/>
    </dgm:pt>
    <dgm:pt modelId="{E5A8CF89-505E-40FB-A9FA-9070B433B6B3}" type="pres">
      <dgm:prSet presAssocID="{71D7C60B-3AF8-4B38-8CE4-145909D9119A}" presName="textRect" presStyleLbl="revTx" presStyleIdx="1" presStyleCnt="2">
        <dgm:presLayoutVars>
          <dgm:chMax val="1"/>
          <dgm:chPref val="1"/>
        </dgm:presLayoutVars>
      </dgm:prSet>
      <dgm:spPr/>
    </dgm:pt>
  </dgm:ptLst>
  <dgm:cxnLst>
    <dgm:cxn modelId="{67713C0F-1001-4BD5-BFB2-3D24A0DA3A46}" srcId="{F3A9585F-B12B-4970-897F-15A5A3203EF1}" destId="{0070B75E-C03D-490E-89CC-11B348CC03C7}" srcOrd="0" destOrd="0" parTransId="{EA628722-50BF-48E8-AF48-D2D98EB50117}" sibTransId="{4895429A-F292-41EF-877C-C97092E48EBB}"/>
    <dgm:cxn modelId="{0886570F-773A-4C5A-81C7-2558E7CAE3F5}" type="presOf" srcId="{F3A9585F-B12B-4970-897F-15A5A3203EF1}" destId="{09AA8C5C-AB83-4CE3-A8DC-DA8CB01641C0}" srcOrd="0" destOrd="0" presId="urn:microsoft.com/office/officeart/2018/2/layout/IconLabelList"/>
    <dgm:cxn modelId="{C57EB039-B52E-4672-92B5-5913F125C248}" srcId="{F3A9585F-B12B-4970-897F-15A5A3203EF1}" destId="{71D7C60B-3AF8-4B38-8CE4-145909D9119A}" srcOrd="1" destOrd="0" parTransId="{D554296A-A37E-418B-A923-F390B05371EE}" sibTransId="{7C43E169-FA9A-4321-A63C-B65E4BCA6557}"/>
    <dgm:cxn modelId="{A9A14A50-4011-45DF-B674-75B6956A3D5C}" type="presOf" srcId="{71D7C60B-3AF8-4B38-8CE4-145909D9119A}" destId="{E5A8CF89-505E-40FB-A9FA-9070B433B6B3}" srcOrd="0" destOrd="0" presId="urn:microsoft.com/office/officeart/2018/2/layout/IconLabelList"/>
    <dgm:cxn modelId="{993CF3FF-E520-418D-80CE-361E2D382AC3}" type="presOf" srcId="{0070B75E-C03D-490E-89CC-11B348CC03C7}" destId="{ABAFED5E-DE97-43D1-9329-2172A7EDDD01}" srcOrd="0" destOrd="0" presId="urn:microsoft.com/office/officeart/2018/2/layout/IconLabelList"/>
    <dgm:cxn modelId="{7606973D-C9A5-4198-9216-F979DF482D1F}" type="presParOf" srcId="{09AA8C5C-AB83-4CE3-A8DC-DA8CB01641C0}" destId="{48AE66F8-028E-467B-8434-0A57E60E444D}" srcOrd="0" destOrd="0" presId="urn:microsoft.com/office/officeart/2018/2/layout/IconLabelList"/>
    <dgm:cxn modelId="{CB20A688-DE5B-4DEE-9FCF-BC74468AC529}" type="presParOf" srcId="{48AE66F8-028E-467B-8434-0A57E60E444D}" destId="{D7782FD3-FBD2-45D1-B0FC-E966B04627F9}" srcOrd="0" destOrd="0" presId="urn:microsoft.com/office/officeart/2018/2/layout/IconLabelList"/>
    <dgm:cxn modelId="{989A1836-EEDA-44AA-8ACC-D512B2E27B9C}" type="presParOf" srcId="{48AE66F8-028E-467B-8434-0A57E60E444D}" destId="{C49A9622-182B-41B7-A623-8AEB047A7760}" srcOrd="1" destOrd="0" presId="urn:microsoft.com/office/officeart/2018/2/layout/IconLabelList"/>
    <dgm:cxn modelId="{D315F17A-410D-4144-95B1-013F159842EC}" type="presParOf" srcId="{48AE66F8-028E-467B-8434-0A57E60E444D}" destId="{ABAFED5E-DE97-43D1-9329-2172A7EDDD01}" srcOrd="2" destOrd="0" presId="urn:microsoft.com/office/officeart/2018/2/layout/IconLabelList"/>
    <dgm:cxn modelId="{E02476FD-2F83-48D9-B2CB-D5B1C9208587}" type="presParOf" srcId="{09AA8C5C-AB83-4CE3-A8DC-DA8CB01641C0}" destId="{B20F3D2C-839A-4FDC-B3A5-3D5499C929DA}" srcOrd="1" destOrd="0" presId="urn:microsoft.com/office/officeart/2018/2/layout/IconLabelList"/>
    <dgm:cxn modelId="{3FB0079C-FF5A-4E1E-9E47-021470230D2C}" type="presParOf" srcId="{09AA8C5C-AB83-4CE3-A8DC-DA8CB01641C0}" destId="{BED84E49-0F2C-44CF-8756-579CE7FAC2E1}" srcOrd="2" destOrd="0" presId="urn:microsoft.com/office/officeart/2018/2/layout/IconLabelList"/>
    <dgm:cxn modelId="{EA2CB190-1307-430E-BD4F-FDF9C207EEEE}" type="presParOf" srcId="{BED84E49-0F2C-44CF-8756-579CE7FAC2E1}" destId="{D20D2D5C-D610-4A7F-8A61-5708DD0B76C9}" srcOrd="0" destOrd="0" presId="urn:microsoft.com/office/officeart/2018/2/layout/IconLabelList"/>
    <dgm:cxn modelId="{40911983-A2E5-4DC7-A243-75283F96C35D}" type="presParOf" srcId="{BED84E49-0F2C-44CF-8756-579CE7FAC2E1}" destId="{D53C9E15-CCEF-4A78-B9DE-50626F17DAF4}" srcOrd="1" destOrd="0" presId="urn:microsoft.com/office/officeart/2018/2/layout/IconLabelList"/>
    <dgm:cxn modelId="{75006B8A-3573-4CAF-91D5-83CE3809D24A}" type="presParOf" srcId="{BED84E49-0F2C-44CF-8756-579CE7FAC2E1}" destId="{E5A8CF89-505E-40FB-A9FA-9070B433B6B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B8B2476-4894-4DCC-B212-3595EACEE128}" type="doc">
      <dgm:prSet loTypeId="urn:microsoft.com/office/officeart/2018/2/layout/IconLabelList" loCatId="icon" qsTypeId="urn:microsoft.com/office/officeart/2005/8/quickstyle/simple1" qsCatId="simple" csTypeId="urn:microsoft.com/office/officeart/2018/5/colors/Iconchunking_neutralbg_colorful2" csCatId="colorful" phldr="1"/>
      <dgm:spPr/>
      <dgm:t>
        <a:bodyPr/>
        <a:lstStyle/>
        <a:p>
          <a:endParaRPr lang="en-US"/>
        </a:p>
      </dgm:t>
    </dgm:pt>
    <dgm:pt modelId="{E38E8DAA-6A5A-4FFA-87DF-572C29E3F2EC}">
      <dgm:prSet/>
      <dgm:spPr/>
      <dgm:t>
        <a:bodyPr/>
        <a:lstStyle/>
        <a:p>
          <a:r>
            <a:rPr lang="en-US"/>
            <a:t>Now Discuss the improvement need for this project to make it more efficient .Also add techniques which is good when your data is large scaled .</a:t>
          </a:r>
        </a:p>
      </dgm:t>
    </dgm:pt>
    <dgm:pt modelId="{E27B3041-F5D6-4960-8030-505599478366}" type="parTrans" cxnId="{A45FD6BF-DAB9-4808-AA88-895991BEBDD3}">
      <dgm:prSet/>
      <dgm:spPr/>
      <dgm:t>
        <a:bodyPr/>
        <a:lstStyle/>
        <a:p>
          <a:endParaRPr lang="en-US"/>
        </a:p>
      </dgm:t>
    </dgm:pt>
    <dgm:pt modelId="{D8FCDC4D-4A54-45C2-A93E-D7D725A10C7F}" type="sibTrans" cxnId="{A45FD6BF-DAB9-4808-AA88-895991BEBDD3}">
      <dgm:prSet/>
      <dgm:spPr/>
      <dgm:t>
        <a:bodyPr/>
        <a:lstStyle/>
        <a:p>
          <a:endParaRPr lang="en-US"/>
        </a:p>
      </dgm:t>
    </dgm:pt>
    <dgm:pt modelId="{26011929-9646-4004-882A-5BF7FE4CD682}">
      <dgm:prSet/>
      <dgm:spPr/>
      <dgm:t>
        <a:bodyPr/>
        <a:lstStyle/>
        <a:p>
          <a:r>
            <a:rPr lang="en-US"/>
            <a:t>You need to add hyperparameter tunning ,data quality enhancement etc.</a:t>
          </a:r>
        </a:p>
      </dgm:t>
    </dgm:pt>
    <dgm:pt modelId="{F3D3DD7D-B37B-458E-837C-70CBB01E818F}" type="parTrans" cxnId="{E073BF78-20A1-4BD3-92D5-3415A3228B0C}">
      <dgm:prSet/>
      <dgm:spPr/>
      <dgm:t>
        <a:bodyPr/>
        <a:lstStyle/>
        <a:p>
          <a:endParaRPr lang="en-US"/>
        </a:p>
      </dgm:t>
    </dgm:pt>
    <dgm:pt modelId="{DFACF242-6F1C-49FB-A5C0-8DB25F27D4D5}" type="sibTrans" cxnId="{E073BF78-20A1-4BD3-92D5-3415A3228B0C}">
      <dgm:prSet/>
      <dgm:spPr/>
      <dgm:t>
        <a:bodyPr/>
        <a:lstStyle/>
        <a:p>
          <a:endParaRPr lang="en-US"/>
        </a:p>
      </dgm:t>
    </dgm:pt>
    <dgm:pt modelId="{64A73753-1172-41D8-AC53-DD628C031AD9}" type="pres">
      <dgm:prSet presAssocID="{CB8B2476-4894-4DCC-B212-3595EACEE128}" presName="root" presStyleCnt="0">
        <dgm:presLayoutVars>
          <dgm:dir/>
          <dgm:resizeHandles val="exact"/>
        </dgm:presLayoutVars>
      </dgm:prSet>
      <dgm:spPr/>
    </dgm:pt>
    <dgm:pt modelId="{F738FEF8-451A-4A00-9A79-7FDDCB1655A4}" type="pres">
      <dgm:prSet presAssocID="{E38E8DAA-6A5A-4FFA-87DF-572C29E3F2EC}" presName="compNode" presStyleCnt="0"/>
      <dgm:spPr/>
    </dgm:pt>
    <dgm:pt modelId="{411C7C96-F97A-44ED-8685-61DD58B9CAAB}" type="pres">
      <dgm:prSet presAssocID="{E38E8DAA-6A5A-4FFA-87DF-572C29E3F2E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 Bulb and Gear"/>
        </a:ext>
      </dgm:extLst>
    </dgm:pt>
    <dgm:pt modelId="{737CE402-F2A6-4797-AD2A-3CB097159379}" type="pres">
      <dgm:prSet presAssocID="{E38E8DAA-6A5A-4FFA-87DF-572C29E3F2EC}" presName="spaceRect" presStyleCnt="0"/>
      <dgm:spPr/>
    </dgm:pt>
    <dgm:pt modelId="{E18C8B30-6D04-47F1-8F56-EC761E633BDB}" type="pres">
      <dgm:prSet presAssocID="{E38E8DAA-6A5A-4FFA-87DF-572C29E3F2EC}" presName="textRect" presStyleLbl="revTx" presStyleIdx="0" presStyleCnt="2">
        <dgm:presLayoutVars>
          <dgm:chMax val="1"/>
          <dgm:chPref val="1"/>
        </dgm:presLayoutVars>
      </dgm:prSet>
      <dgm:spPr/>
    </dgm:pt>
    <dgm:pt modelId="{1CA18C07-3EAC-4A16-88EB-D211ACD7326C}" type="pres">
      <dgm:prSet presAssocID="{D8FCDC4D-4A54-45C2-A93E-D7D725A10C7F}" presName="sibTrans" presStyleCnt="0"/>
      <dgm:spPr/>
    </dgm:pt>
    <dgm:pt modelId="{808CF129-343D-42FD-A11F-A73523D75EA3}" type="pres">
      <dgm:prSet presAssocID="{26011929-9646-4004-882A-5BF7FE4CD682}" presName="compNode" presStyleCnt="0"/>
      <dgm:spPr/>
    </dgm:pt>
    <dgm:pt modelId="{52377A3B-E963-4439-97FD-1AB8EB168F81}" type="pres">
      <dgm:prSet presAssocID="{26011929-9646-4004-882A-5BF7FE4CD68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ble"/>
        </a:ext>
      </dgm:extLst>
    </dgm:pt>
    <dgm:pt modelId="{FEE6625F-A3B7-496F-9521-99D421595555}" type="pres">
      <dgm:prSet presAssocID="{26011929-9646-4004-882A-5BF7FE4CD682}" presName="spaceRect" presStyleCnt="0"/>
      <dgm:spPr/>
    </dgm:pt>
    <dgm:pt modelId="{BD82753B-CE0D-40F0-9C94-884AE86423B6}" type="pres">
      <dgm:prSet presAssocID="{26011929-9646-4004-882A-5BF7FE4CD682}" presName="textRect" presStyleLbl="revTx" presStyleIdx="1" presStyleCnt="2">
        <dgm:presLayoutVars>
          <dgm:chMax val="1"/>
          <dgm:chPref val="1"/>
        </dgm:presLayoutVars>
      </dgm:prSet>
      <dgm:spPr/>
    </dgm:pt>
  </dgm:ptLst>
  <dgm:cxnLst>
    <dgm:cxn modelId="{697F0E01-2CA7-48A3-A066-1E0B2A962C9D}" type="presOf" srcId="{26011929-9646-4004-882A-5BF7FE4CD682}" destId="{BD82753B-CE0D-40F0-9C94-884AE86423B6}" srcOrd="0" destOrd="0" presId="urn:microsoft.com/office/officeart/2018/2/layout/IconLabelList"/>
    <dgm:cxn modelId="{8E73783E-99AD-44CC-A379-5CADA80CD966}" type="presOf" srcId="{E38E8DAA-6A5A-4FFA-87DF-572C29E3F2EC}" destId="{E18C8B30-6D04-47F1-8F56-EC761E633BDB}" srcOrd="0" destOrd="0" presId="urn:microsoft.com/office/officeart/2018/2/layout/IconLabelList"/>
    <dgm:cxn modelId="{0E79CB6A-1DAE-4162-A144-DA4BFD7B732B}" type="presOf" srcId="{CB8B2476-4894-4DCC-B212-3595EACEE128}" destId="{64A73753-1172-41D8-AC53-DD628C031AD9}" srcOrd="0" destOrd="0" presId="urn:microsoft.com/office/officeart/2018/2/layout/IconLabelList"/>
    <dgm:cxn modelId="{E073BF78-20A1-4BD3-92D5-3415A3228B0C}" srcId="{CB8B2476-4894-4DCC-B212-3595EACEE128}" destId="{26011929-9646-4004-882A-5BF7FE4CD682}" srcOrd="1" destOrd="0" parTransId="{F3D3DD7D-B37B-458E-837C-70CBB01E818F}" sibTransId="{DFACF242-6F1C-49FB-A5C0-8DB25F27D4D5}"/>
    <dgm:cxn modelId="{A45FD6BF-DAB9-4808-AA88-895991BEBDD3}" srcId="{CB8B2476-4894-4DCC-B212-3595EACEE128}" destId="{E38E8DAA-6A5A-4FFA-87DF-572C29E3F2EC}" srcOrd="0" destOrd="0" parTransId="{E27B3041-F5D6-4960-8030-505599478366}" sibTransId="{D8FCDC4D-4A54-45C2-A93E-D7D725A10C7F}"/>
    <dgm:cxn modelId="{A3B65F1C-9FB5-47CE-BB68-9686750CFC65}" type="presParOf" srcId="{64A73753-1172-41D8-AC53-DD628C031AD9}" destId="{F738FEF8-451A-4A00-9A79-7FDDCB1655A4}" srcOrd="0" destOrd="0" presId="urn:microsoft.com/office/officeart/2018/2/layout/IconLabelList"/>
    <dgm:cxn modelId="{D5C76440-7F37-482B-8579-796588571EDB}" type="presParOf" srcId="{F738FEF8-451A-4A00-9A79-7FDDCB1655A4}" destId="{411C7C96-F97A-44ED-8685-61DD58B9CAAB}" srcOrd="0" destOrd="0" presId="urn:microsoft.com/office/officeart/2018/2/layout/IconLabelList"/>
    <dgm:cxn modelId="{7B9D808C-B610-4CE9-AFDA-52C713B25CAA}" type="presParOf" srcId="{F738FEF8-451A-4A00-9A79-7FDDCB1655A4}" destId="{737CE402-F2A6-4797-AD2A-3CB097159379}" srcOrd="1" destOrd="0" presId="urn:microsoft.com/office/officeart/2018/2/layout/IconLabelList"/>
    <dgm:cxn modelId="{169D846E-E1AB-47B4-867E-D7E59BBC107F}" type="presParOf" srcId="{F738FEF8-451A-4A00-9A79-7FDDCB1655A4}" destId="{E18C8B30-6D04-47F1-8F56-EC761E633BDB}" srcOrd="2" destOrd="0" presId="urn:microsoft.com/office/officeart/2018/2/layout/IconLabelList"/>
    <dgm:cxn modelId="{158CF487-7C7B-47BA-8A43-81127F4A41A0}" type="presParOf" srcId="{64A73753-1172-41D8-AC53-DD628C031AD9}" destId="{1CA18C07-3EAC-4A16-88EB-D211ACD7326C}" srcOrd="1" destOrd="0" presId="urn:microsoft.com/office/officeart/2018/2/layout/IconLabelList"/>
    <dgm:cxn modelId="{B987E1F1-577C-494F-BE32-723CD22BA809}" type="presParOf" srcId="{64A73753-1172-41D8-AC53-DD628C031AD9}" destId="{808CF129-343D-42FD-A11F-A73523D75EA3}" srcOrd="2" destOrd="0" presId="urn:microsoft.com/office/officeart/2018/2/layout/IconLabelList"/>
    <dgm:cxn modelId="{5553B2D4-4AD2-45CB-AF9C-D19B16510374}" type="presParOf" srcId="{808CF129-343D-42FD-A11F-A73523D75EA3}" destId="{52377A3B-E963-4439-97FD-1AB8EB168F81}" srcOrd="0" destOrd="0" presId="urn:microsoft.com/office/officeart/2018/2/layout/IconLabelList"/>
    <dgm:cxn modelId="{B828A865-54D4-4A21-9F38-FC69A2508D43}" type="presParOf" srcId="{808CF129-343D-42FD-A11F-A73523D75EA3}" destId="{FEE6625F-A3B7-496F-9521-99D421595555}" srcOrd="1" destOrd="0" presId="urn:microsoft.com/office/officeart/2018/2/layout/IconLabelList"/>
    <dgm:cxn modelId="{678EFF68-9163-41DF-8656-20EEDFB9D922}" type="presParOf" srcId="{808CF129-343D-42FD-A11F-A73523D75EA3}" destId="{BD82753B-CE0D-40F0-9C94-884AE86423B6}"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E3FF42-3E56-4280-B744-538D9C39261C}">
      <dsp:nvSpPr>
        <dsp:cNvPr id="0" name=""/>
        <dsp:cNvSpPr/>
      </dsp:nvSpPr>
      <dsp:spPr>
        <a:xfrm>
          <a:off x="277909" y="41684"/>
          <a:ext cx="632572" cy="63257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736DC6-4116-46F5-97E5-40C7CD05500C}">
      <dsp:nvSpPr>
        <dsp:cNvPr id="0" name=""/>
        <dsp:cNvSpPr/>
      </dsp:nvSpPr>
      <dsp:spPr>
        <a:xfrm>
          <a:off x="410749" y="174524"/>
          <a:ext cx="366892" cy="3668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31929D-30D2-4794-8A5B-7A3ADE8BF79A}">
      <dsp:nvSpPr>
        <dsp:cNvPr id="0" name=""/>
        <dsp:cNvSpPr/>
      </dsp:nvSpPr>
      <dsp:spPr>
        <a:xfrm>
          <a:off x="1046032" y="41684"/>
          <a:ext cx="1491063" cy="632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a:t>Gathering Data: Like dataset Raw Data.</a:t>
          </a:r>
        </a:p>
      </dsp:txBody>
      <dsp:txXfrm>
        <a:off x="1046032" y="41684"/>
        <a:ext cx="1491063" cy="632572"/>
      </dsp:txXfrm>
    </dsp:sp>
    <dsp:sp modelId="{17833890-6925-46A8-A40A-8D8862FA813C}">
      <dsp:nvSpPr>
        <dsp:cNvPr id="0" name=""/>
        <dsp:cNvSpPr/>
      </dsp:nvSpPr>
      <dsp:spPr>
        <a:xfrm>
          <a:off x="2796903" y="41684"/>
          <a:ext cx="632572" cy="63257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471F29-E9AA-4118-B9DE-1B7FBF277F6A}">
      <dsp:nvSpPr>
        <dsp:cNvPr id="0" name=""/>
        <dsp:cNvSpPr/>
      </dsp:nvSpPr>
      <dsp:spPr>
        <a:xfrm>
          <a:off x="2929743" y="174524"/>
          <a:ext cx="366892" cy="36689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33B059-1F15-412E-ADD9-B28D61327032}">
      <dsp:nvSpPr>
        <dsp:cNvPr id="0" name=""/>
        <dsp:cNvSpPr/>
      </dsp:nvSpPr>
      <dsp:spPr>
        <a:xfrm>
          <a:off x="3565027" y="41684"/>
          <a:ext cx="1491063" cy="632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a:t>Cleaning Data: clean the data like clear noise, duplication, etc</a:t>
          </a:r>
        </a:p>
      </dsp:txBody>
      <dsp:txXfrm>
        <a:off x="3565027" y="41684"/>
        <a:ext cx="1491063" cy="632572"/>
      </dsp:txXfrm>
    </dsp:sp>
    <dsp:sp modelId="{264F4047-C0A3-4073-8287-681B0F519B2F}">
      <dsp:nvSpPr>
        <dsp:cNvPr id="0" name=""/>
        <dsp:cNvSpPr/>
      </dsp:nvSpPr>
      <dsp:spPr>
        <a:xfrm>
          <a:off x="277909" y="1581037"/>
          <a:ext cx="632572" cy="63257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5AD764-D221-4D1A-BBE6-13463DF00B52}">
      <dsp:nvSpPr>
        <dsp:cNvPr id="0" name=""/>
        <dsp:cNvSpPr/>
      </dsp:nvSpPr>
      <dsp:spPr>
        <a:xfrm>
          <a:off x="410749" y="1713877"/>
          <a:ext cx="366892" cy="36689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AB79553-F568-413D-AF2F-E110F0BEF67B}">
      <dsp:nvSpPr>
        <dsp:cNvPr id="0" name=""/>
        <dsp:cNvSpPr/>
      </dsp:nvSpPr>
      <dsp:spPr>
        <a:xfrm>
          <a:off x="1046032" y="1581037"/>
          <a:ext cx="1491063" cy="632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a:t>Data Preprocessing:  outliers, missing values imputing and techniques like this</a:t>
          </a:r>
        </a:p>
      </dsp:txBody>
      <dsp:txXfrm>
        <a:off x="1046032" y="1581037"/>
        <a:ext cx="1491063" cy="632572"/>
      </dsp:txXfrm>
    </dsp:sp>
    <dsp:sp modelId="{896D6BA0-A928-4546-AF11-51366734F90E}">
      <dsp:nvSpPr>
        <dsp:cNvPr id="0" name=""/>
        <dsp:cNvSpPr/>
      </dsp:nvSpPr>
      <dsp:spPr>
        <a:xfrm>
          <a:off x="2796903" y="1581037"/>
          <a:ext cx="632572" cy="632572"/>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0BFE53-CA85-4D59-BFAA-C8C09410E4C0}">
      <dsp:nvSpPr>
        <dsp:cNvPr id="0" name=""/>
        <dsp:cNvSpPr/>
      </dsp:nvSpPr>
      <dsp:spPr>
        <a:xfrm>
          <a:off x="2929743" y="1713877"/>
          <a:ext cx="366892" cy="36689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F6B0DC-3129-4FE9-B6FB-EE65B90F6401}">
      <dsp:nvSpPr>
        <dsp:cNvPr id="0" name=""/>
        <dsp:cNvSpPr/>
      </dsp:nvSpPr>
      <dsp:spPr>
        <a:xfrm>
          <a:off x="3565027" y="1581037"/>
          <a:ext cx="1491063" cy="632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a:t>Feature Engineering: Add more features which help model to predict more accurately.</a:t>
          </a:r>
        </a:p>
      </dsp:txBody>
      <dsp:txXfrm>
        <a:off x="3565027" y="1581037"/>
        <a:ext cx="1491063" cy="632572"/>
      </dsp:txXfrm>
    </dsp:sp>
    <dsp:sp modelId="{5B6C8109-8944-49B3-87E0-7C889EF32BCA}">
      <dsp:nvSpPr>
        <dsp:cNvPr id="0" name=""/>
        <dsp:cNvSpPr/>
      </dsp:nvSpPr>
      <dsp:spPr>
        <a:xfrm>
          <a:off x="277909" y="3120389"/>
          <a:ext cx="632572" cy="632572"/>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1DEA3D-4B19-4A6A-87B3-5E24C1AB8907}">
      <dsp:nvSpPr>
        <dsp:cNvPr id="0" name=""/>
        <dsp:cNvSpPr/>
      </dsp:nvSpPr>
      <dsp:spPr>
        <a:xfrm>
          <a:off x="410749" y="3253229"/>
          <a:ext cx="366892" cy="36689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28CE4F-88F4-4EEB-B63E-B8B15A8E27F9}">
      <dsp:nvSpPr>
        <dsp:cNvPr id="0" name=""/>
        <dsp:cNvSpPr/>
      </dsp:nvSpPr>
      <dsp:spPr>
        <a:xfrm>
          <a:off x="1046032" y="3120389"/>
          <a:ext cx="1491063" cy="632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a:t>Model Selection: In this Linear Regression, Random Forest, Decision Tree, Gradient Boosting.</a:t>
          </a:r>
        </a:p>
      </dsp:txBody>
      <dsp:txXfrm>
        <a:off x="1046032" y="3120389"/>
        <a:ext cx="1491063" cy="632572"/>
      </dsp:txXfrm>
    </dsp:sp>
    <dsp:sp modelId="{D1EF47C6-0D0B-4AA7-B96D-2EEB44A1FB49}">
      <dsp:nvSpPr>
        <dsp:cNvPr id="0" name=""/>
        <dsp:cNvSpPr/>
      </dsp:nvSpPr>
      <dsp:spPr>
        <a:xfrm>
          <a:off x="2796903" y="3120389"/>
          <a:ext cx="632572" cy="63257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56B4A5-6A30-40EC-A41D-80AE17E2DDCB}">
      <dsp:nvSpPr>
        <dsp:cNvPr id="0" name=""/>
        <dsp:cNvSpPr/>
      </dsp:nvSpPr>
      <dsp:spPr>
        <a:xfrm>
          <a:off x="2929743" y="3253229"/>
          <a:ext cx="366892" cy="36689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1F0FFA-00F6-4643-A493-0F4EBECF743B}">
      <dsp:nvSpPr>
        <dsp:cNvPr id="0" name=""/>
        <dsp:cNvSpPr/>
      </dsp:nvSpPr>
      <dsp:spPr>
        <a:xfrm>
          <a:off x="3565027" y="3120389"/>
          <a:ext cx="1491063" cy="632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a:t>Training and Testing :Split the data into train and test and apply model.</a:t>
          </a:r>
        </a:p>
      </dsp:txBody>
      <dsp:txXfrm>
        <a:off x="3565027" y="3120389"/>
        <a:ext cx="1491063" cy="632572"/>
      </dsp:txXfrm>
    </dsp:sp>
    <dsp:sp modelId="{840896F4-DD0A-4BE9-ADD1-4679B82DD697}">
      <dsp:nvSpPr>
        <dsp:cNvPr id="0" name=""/>
        <dsp:cNvSpPr/>
      </dsp:nvSpPr>
      <dsp:spPr>
        <a:xfrm>
          <a:off x="277909" y="4659741"/>
          <a:ext cx="632572" cy="63257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E4F43D-C6F7-4D16-8209-3541DBB054CF}">
      <dsp:nvSpPr>
        <dsp:cNvPr id="0" name=""/>
        <dsp:cNvSpPr/>
      </dsp:nvSpPr>
      <dsp:spPr>
        <a:xfrm>
          <a:off x="410749" y="4792581"/>
          <a:ext cx="366892" cy="366892"/>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E3E62B-F74E-4518-9E12-157C88F28137}">
      <dsp:nvSpPr>
        <dsp:cNvPr id="0" name=""/>
        <dsp:cNvSpPr/>
      </dsp:nvSpPr>
      <dsp:spPr>
        <a:xfrm>
          <a:off x="1046032" y="4659741"/>
          <a:ext cx="1491063" cy="632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a:t>Insights and patterns: See patterns like how your data is actually behaving after you model implementation .</a:t>
          </a:r>
        </a:p>
      </dsp:txBody>
      <dsp:txXfrm>
        <a:off x="1046032" y="4659741"/>
        <a:ext cx="1491063" cy="632572"/>
      </dsp:txXfrm>
    </dsp:sp>
    <dsp:sp modelId="{7273AD57-5105-47D9-839C-374E5FF133EF}">
      <dsp:nvSpPr>
        <dsp:cNvPr id="0" name=""/>
        <dsp:cNvSpPr/>
      </dsp:nvSpPr>
      <dsp:spPr>
        <a:xfrm>
          <a:off x="2796903" y="4659741"/>
          <a:ext cx="632572" cy="63257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F61E94-9B17-4107-AADB-3B937F869EBE}">
      <dsp:nvSpPr>
        <dsp:cNvPr id="0" name=""/>
        <dsp:cNvSpPr/>
      </dsp:nvSpPr>
      <dsp:spPr>
        <a:xfrm>
          <a:off x="2929743" y="4792581"/>
          <a:ext cx="366892" cy="366892"/>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9C4335-B0C0-4CB5-8646-E87845174EB3}">
      <dsp:nvSpPr>
        <dsp:cNvPr id="0" name=""/>
        <dsp:cNvSpPr/>
      </dsp:nvSpPr>
      <dsp:spPr>
        <a:xfrm>
          <a:off x="3565027" y="4659741"/>
          <a:ext cx="1491063" cy="632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a:t>Analysis and Improvement Strategies: After seeing check what to improve.</a:t>
          </a:r>
        </a:p>
      </dsp:txBody>
      <dsp:txXfrm>
        <a:off x="3565027" y="4659741"/>
        <a:ext cx="1491063" cy="6325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8568E6-8886-4796-B36D-AF6B42870287}">
      <dsp:nvSpPr>
        <dsp:cNvPr id="0" name=""/>
        <dsp:cNvSpPr/>
      </dsp:nvSpPr>
      <dsp:spPr>
        <a:xfrm>
          <a:off x="692624" y="1573666"/>
          <a:ext cx="1093500" cy="1093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0EA328-D351-4248-93FA-B467065E9FB7}">
      <dsp:nvSpPr>
        <dsp:cNvPr id="0" name=""/>
        <dsp:cNvSpPr/>
      </dsp:nvSpPr>
      <dsp:spPr>
        <a:xfrm>
          <a:off x="24374" y="2995332"/>
          <a:ext cx="2430000"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After Model check Accuracy ,MSE and R2_Score because this is a regression problem as we are working on testing and training to predict yield which is numerical value.</a:t>
          </a:r>
        </a:p>
      </dsp:txBody>
      <dsp:txXfrm>
        <a:off x="24374" y="2995332"/>
        <a:ext cx="2430000" cy="765000"/>
      </dsp:txXfrm>
    </dsp:sp>
    <dsp:sp modelId="{D4961BB0-B8FD-4D88-92A9-F0954893C326}">
      <dsp:nvSpPr>
        <dsp:cNvPr id="0" name=""/>
        <dsp:cNvSpPr/>
      </dsp:nvSpPr>
      <dsp:spPr>
        <a:xfrm>
          <a:off x="3547875" y="1573666"/>
          <a:ext cx="1093500" cy="1093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96C70B-E5B1-4ECE-9493-AF7F03DDBFBF}">
      <dsp:nvSpPr>
        <dsp:cNvPr id="0" name=""/>
        <dsp:cNvSpPr/>
      </dsp:nvSpPr>
      <dsp:spPr>
        <a:xfrm>
          <a:off x="2879625" y="2995332"/>
          <a:ext cx="2430000"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Based on Accuracy Selects which model Accuracy is high and then that model is optimal for production.</a:t>
          </a:r>
        </a:p>
      </dsp:txBody>
      <dsp:txXfrm>
        <a:off x="2879625" y="2995332"/>
        <a:ext cx="2430000" cy="765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782FD3-FBD2-45D1-B0FC-E966B04627F9}">
      <dsp:nvSpPr>
        <dsp:cNvPr id="0" name=""/>
        <dsp:cNvSpPr/>
      </dsp:nvSpPr>
      <dsp:spPr>
        <a:xfrm>
          <a:off x="2102531" y="178177"/>
          <a:ext cx="1128937" cy="11289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BAFED5E-DE97-43D1-9329-2172A7EDDD01}">
      <dsp:nvSpPr>
        <dsp:cNvPr id="0" name=""/>
        <dsp:cNvSpPr/>
      </dsp:nvSpPr>
      <dsp:spPr>
        <a:xfrm>
          <a:off x="1412624" y="1633405"/>
          <a:ext cx="250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To check what is the strength of your model ,Like how well it is ,Is is good for marketing or to deploy in the real field .</a:t>
          </a:r>
        </a:p>
      </dsp:txBody>
      <dsp:txXfrm>
        <a:off x="1412624" y="1633405"/>
        <a:ext cx="2508750" cy="720000"/>
      </dsp:txXfrm>
    </dsp:sp>
    <dsp:sp modelId="{D20D2D5C-D610-4A7F-8A61-5708DD0B76C9}">
      <dsp:nvSpPr>
        <dsp:cNvPr id="0" name=""/>
        <dsp:cNvSpPr/>
      </dsp:nvSpPr>
      <dsp:spPr>
        <a:xfrm>
          <a:off x="2102531" y="2980593"/>
          <a:ext cx="1128937" cy="11289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A8CF89-505E-40FB-A9FA-9070B433B6B3}">
      <dsp:nvSpPr>
        <dsp:cNvPr id="0" name=""/>
        <dsp:cNvSpPr/>
      </dsp:nvSpPr>
      <dsp:spPr>
        <a:xfrm>
          <a:off x="1412624" y="4435821"/>
          <a:ext cx="250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Then make final changes in your project like some techniques to increase accuracy and remove error like related to overfitting and underfitting.</a:t>
          </a:r>
        </a:p>
      </dsp:txBody>
      <dsp:txXfrm>
        <a:off x="1412624" y="4435821"/>
        <a:ext cx="250875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1C7C96-F97A-44ED-8685-61DD58B9CAAB}">
      <dsp:nvSpPr>
        <dsp:cNvPr id="0" name=""/>
        <dsp:cNvSpPr/>
      </dsp:nvSpPr>
      <dsp:spPr>
        <a:xfrm>
          <a:off x="2102531" y="178177"/>
          <a:ext cx="1128937" cy="11289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8C8B30-6D04-47F1-8F56-EC761E633BDB}">
      <dsp:nvSpPr>
        <dsp:cNvPr id="0" name=""/>
        <dsp:cNvSpPr/>
      </dsp:nvSpPr>
      <dsp:spPr>
        <a:xfrm>
          <a:off x="1412624" y="1633405"/>
          <a:ext cx="250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a:t>Now Discuss the improvement need for this project to make it more efficient .Also add techniques which is good when your data is large scaled .</a:t>
          </a:r>
        </a:p>
      </dsp:txBody>
      <dsp:txXfrm>
        <a:off x="1412624" y="1633405"/>
        <a:ext cx="2508750" cy="720000"/>
      </dsp:txXfrm>
    </dsp:sp>
    <dsp:sp modelId="{52377A3B-E963-4439-97FD-1AB8EB168F81}">
      <dsp:nvSpPr>
        <dsp:cNvPr id="0" name=""/>
        <dsp:cNvSpPr/>
      </dsp:nvSpPr>
      <dsp:spPr>
        <a:xfrm>
          <a:off x="2102531" y="2980593"/>
          <a:ext cx="1128937" cy="11289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82753B-CE0D-40F0-9C94-884AE86423B6}">
      <dsp:nvSpPr>
        <dsp:cNvPr id="0" name=""/>
        <dsp:cNvSpPr/>
      </dsp:nvSpPr>
      <dsp:spPr>
        <a:xfrm>
          <a:off x="1412624" y="4435821"/>
          <a:ext cx="250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a:t>You need to add hyperparameter tunning ,data quality enhancement etc.</a:t>
          </a:r>
        </a:p>
      </dsp:txBody>
      <dsp:txXfrm>
        <a:off x="1412624" y="4435821"/>
        <a:ext cx="250875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F8CF-692C-4963-8B5E-D1C0928CF160}"/>
              </a:ext>
            </a:extLst>
          </p:cNvPr>
          <p:cNvSpPr>
            <a:spLocks noGrp="1"/>
          </p:cNvSpPr>
          <p:nvPr>
            <p:ph type="ctrTitle"/>
          </p:nvPr>
        </p:nvSpPr>
        <p:spPr>
          <a:xfrm>
            <a:off x="1429612" y="1013984"/>
            <a:ext cx="7714388" cy="3260635"/>
          </a:xfrm>
        </p:spPr>
        <p:txBody>
          <a:bodyPr anchor="b"/>
          <a:lstStyle>
            <a:lvl1pPr algn="l">
              <a:defRPr sz="2800"/>
            </a:lvl1pPr>
          </a:lstStyle>
          <a:p>
            <a:r>
              <a:rPr lang="en-US" dirty="0"/>
              <a:t>Click to edit Master title style</a:t>
            </a:r>
          </a:p>
        </p:txBody>
      </p:sp>
      <p:sp>
        <p:nvSpPr>
          <p:cNvPr id="3" name="Subtitle 2">
            <a:extLst>
              <a:ext uri="{FF2B5EF4-FFF2-40B4-BE49-F238E27FC236}">
                <a16:creationId xmlns:a16="http://schemas.microsoft.com/office/drawing/2014/main" id="{9F419655-1613-4CC0-BBE9-BD2CB2C3C766}"/>
              </a:ext>
            </a:extLst>
          </p:cNvPr>
          <p:cNvSpPr>
            <a:spLocks noGrp="1"/>
          </p:cNvSpPr>
          <p:nvPr>
            <p:ph type="subTitle" idx="1"/>
          </p:nvPr>
        </p:nvSpPr>
        <p:spPr>
          <a:xfrm>
            <a:off x="1429612" y="4848464"/>
            <a:ext cx="7714388" cy="1085849"/>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40267FFF-6BC4-4DF0-BC55-B2C3BFD8ED12}"/>
              </a:ext>
            </a:extLst>
          </p:cNvPr>
          <p:cNvSpPr>
            <a:spLocks noGrp="1"/>
          </p:cNvSpPr>
          <p:nvPr>
            <p:ph type="dt" sz="half" idx="10"/>
          </p:nvPr>
        </p:nvSpPr>
        <p:spPr/>
        <p:txBody>
          <a:bodyPr/>
          <a:lstStyle/>
          <a:p>
            <a:fld id="{3C2B07E4-CDF9-4C88-A2F3-04620E58224D}" type="datetimeFigureOut">
              <a:rPr lang="en-US" smtClean="0"/>
              <a:t>11/20/2025</a:t>
            </a:fld>
            <a:endParaRPr lang="en-US"/>
          </a:p>
        </p:txBody>
      </p:sp>
      <p:sp>
        <p:nvSpPr>
          <p:cNvPr id="5" name="Footer Placeholder 4">
            <a:extLst>
              <a:ext uri="{FF2B5EF4-FFF2-40B4-BE49-F238E27FC236}">
                <a16:creationId xmlns:a16="http://schemas.microsoft.com/office/drawing/2014/main" id="{D6389830-A1B7-484B-832C-F64A558BDF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A8F727-72C8-47A9-8E54-AD84590286F9}"/>
              </a:ext>
            </a:extLst>
          </p:cNvPr>
          <p:cNvSpPr>
            <a:spLocks noGrp="1"/>
          </p:cNvSpPr>
          <p:nvPr>
            <p:ph type="sldNum" sz="quarter" idx="12"/>
          </p:nvPr>
        </p:nvSpPr>
        <p:spPr/>
        <p:txBody>
          <a:bodyPr/>
          <a:lstStyle/>
          <a:p>
            <a:fld id="{EFE71E98-A417-4ECC-ACEB-C0490C20DB04}" type="slidenum">
              <a:rPr lang="en-US" smtClean="0"/>
              <a:t>‹#›</a:t>
            </a:fld>
            <a:endParaRPr lang="en-US"/>
          </a:p>
        </p:txBody>
      </p:sp>
      <p:cxnSp>
        <p:nvCxnSpPr>
          <p:cNvPr id="7" name="Straight Connector 6">
            <a:extLst>
              <a:ext uri="{FF2B5EF4-FFF2-40B4-BE49-F238E27FC236}">
                <a16:creationId xmlns:a16="http://schemas.microsoft.com/office/drawing/2014/main" id="{AEED5540-64E5-4258-ABA4-753F07B71B38}"/>
              </a:ext>
            </a:extLst>
          </p:cNvPr>
          <p:cNvCxnSpPr>
            <a:cxnSpLocks/>
          </p:cNvCxnSpPr>
          <p:nvPr/>
        </p:nvCxnSpPr>
        <p:spPr>
          <a:xfrm>
            <a:off x="1524000" y="457150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6940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F94C-BCB1-4F4C-AF70-DD2A5C4E3318}"/>
              </a:ext>
            </a:extLst>
          </p:cNvPr>
          <p:cNvSpPr>
            <a:spLocks noGrp="1"/>
          </p:cNvSpPr>
          <p:nvPr>
            <p:ph type="title"/>
          </p:nvPr>
        </p:nvSpPr>
        <p:spPr>
          <a:xfrm>
            <a:off x="1429566" y="1045445"/>
            <a:ext cx="9238434" cy="857559"/>
          </a:xfrm>
        </p:spPr>
        <p:txBody>
          <a:bodyPr anchor="b"/>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8A909B75-A057-44B5-872F-DF01BDC8EA07}"/>
              </a:ext>
            </a:extLst>
          </p:cNvPr>
          <p:cNvSpPr>
            <a:spLocks noGrp="1"/>
          </p:cNvSpPr>
          <p:nvPr>
            <p:ph idx="1"/>
          </p:nvPr>
        </p:nvSpPr>
        <p:spPr>
          <a:xfrm>
            <a:off x="1429566" y="2286000"/>
            <a:ext cx="9238434" cy="381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806260C-3219-4812-88F2-3162D37F293B}"/>
              </a:ext>
            </a:extLst>
          </p:cNvPr>
          <p:cNvSpPr>
            <a:spLocks noGrp="1"/>
          </p:cNvSpPr>
          <p:nvPr>
            <p:ph type="dt" sz="half" idx="10"/>
          </p:nvPr>
        </p:nvSpPr>
        <p:spPr/>
        <p:txBody>
          <a:bodyPr/>
          <a:lstStyle/>
          <a:p>
            <a:fld id="{3C2B07E4-CDF9-4C88-A2F3-04620E58224D}" type="datetimeFigureOut">
              <a:rPr lang="en-US" smtClean="0"/>
              <a:t>11/20/2025</a:t>
            </a:fld>
            <a:endParaRPr lang="en-US"/>
          </a:p>
        </p:txBody>
      </p:sp>
      <p:sp>
        <p:nvSpPr>
          <p:cNvPr id="5" name="Footer Placeholder 4">
            <a:extLst>
              <a:ext uri="{FF2B5EF4-FFF2-40B4-BE49-F238E27FC236}">
                <a16:creationId xmlns:a16="http://schemas.microsoft.com/office/drawing/2014/main" id="{F2762B73-9C01-4BE3-A199-782BE6EBA6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761492-EB56-4454-9D2A-8BB94AACB899}"/>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2502068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80A128-A52A-402C-865B-1BF08D7F0458}"/>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900447-3778-4AB7-ACB3-7C2313FE9A47}"/>
              </a:ext>
            </a:extLst>
          </p:cNvPr>
          <p:cNvSpPr>
            <a:spLocks noGrp="1"/>
          </p:cNvSpPr>
          <p:nvPr>
            <p:ph type="title"/>
          </p:nvPr>
        </p:nvSpPr>
        <p:spPr>
          <a:xfrm>
            <a:off x="1421745" y="1287554"/>
            <a:ext cx="8284963" cy="3113064"/>
          </a:xfrm>
        </p:spPr>
        <p:txBody>
          <a:bodyPr anchor="t"/>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F9B910C9-BA3C-4D31-9C62-2C2408591FF2}"/>
              </a:ext>
            </a:extLst>
          </p:cNvPr>
          <p:cNvSpPr>
            <a:spLocks noGrp="1"/>
          </p:cNvSpPr>
          <p:nvPr>
            <p:ph type="body" idx="1"/>
          </p:nvPr>
        </p:nvSpPr>
        <p:spPr>
          <a:xfrm>
            <a:off x="1421744" y="4619707"/>
            <a:ext cx="7722256" cy="1476293"/>
          </a:xfrm>
        </p:spPr>
        <p:txBody>
          <a:bodyPr anchor="b">
            <a:normAutofit/>
          </a:bodyPr>
          <a:lstStyle>
            <a:lvl1pPr marL="0" indent="0">
              <a:buNone/>
              <a:defRPr sz="1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8742E8A-6B69-406B-A3DF-0A1B76832E0A}"/>
              </a:ext>
            </a:extLst>
          </p:cNvPr>
          <p:cNvSpPr>
            <a:spLocks noGrp="1"/>
          </p:cNvSpPr>
          <p:nvPr>
            <p:ph type="dt" sz="half" idx="10"/>
          </p:nvPr>
        </p:nvSpPr>
        <p:spPr/>
        <p:txBody>
          <a:bodyPr/>
          <a:lstStyle/>
          <a:p>
            <a:fld id="{3C2B07E4-CDF9-4C88-A2F3-04620E58224D}" type="datetimeFigureOut">
              <a:rPr lang="en-US" smtClean="0"/>
              <a:t>11/20/2025</a:t>
            </a:fld>
            <a:endParaRPr lang="en-US"/>
          </a:p>
        </p:txBody>
      </p:sp>
      <p:sp>
        <p:nvSpPr>
          <p:cNvPr id="5" name="Footer Placeholder 4">
            <a:extLst>
              <a:ext uri="{FF2B5EF4-FFF2-40B4-BE49-F238E27FC236}">
                <a16:creationId xmlns:a16="http://schemas.microsoft.com/office/drawing/2014/main" id="{64D665CF-4461-4BB8-8F3A-ED1CB1084C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898B27-5EF3-49F4-B3CE-F3CF419AE06E}"/>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1461242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3F3BA-5AD5-4F15-97B2-E4652D1D4E15}"/>
              </a:ext>
            </a:extLst>
          </p:cNvPr>
          <p:cNvSpPr>
            <a:spLocks noGrp="1"/>
          </p:cNvSpPr>
          <p:nvPr>
            <p:ph type="title"/>
          </p:nvPr>
        </p:nvSpPr>
        <p:spPr>
          <a:xfrm>
            <a:off x="1429566" y="1013411"/>
            <a:ext cx="9238434" cy="889592"/>
          </a:xfrm>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7EA997B8-1FD3-40E6-A486-256EB41DB70A}"/>
              </a:ext>
            </a:extLst>
          </p:cNvPr>
          <p:cNvSpPr>
            <a:spLocks noGrp="1"/>
          </p:cNvSpPr>
          <p:nvPr>
            <p:ph sz="half" idx="1"/>
          </p:nvPr>
        </p:nvSpPr>
        <p:spPr>
          <a:xfrm>
            <a:off x="1429566"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183F4D8-AA9A-4AF7-86EA-E4D797B98CE9}"/>
              </a:ext>
            </a:extLst>
          </p:cNvPr>
          <p:cNvSpPr>
            <a:spLocks noGrp="1"/>
          </p:cNvSpPr>
          <p:nvPr>
            <p:ph sz="half" idx="2"/>
          </p:nvPr>
        </p:nvSpPr>
        <p:spPr>
          <a:xfrm>
            <a:off x="6172200"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A08823E-BC08-4810-9BFF-35D2EA2AE729}"/>
              </a:ext>
            </a:extLst>
          </p:cNvPr>
          <p:cNvSpPr>
            <a:spLocks noGrp="1"/>
          </p:cNvSpPr>
          <p:nvPr>
            <p:ph type="dt" sz="half" idx="10"/>
          </p:nvPr>
        </p:nvSpPr>
        <p:spPr/>
        <p:txBody>
          <a:bodyPr/>
          <a:lstStyle/>
          <a:p>
            <a:fld id="{3C2B07E4-CDF9-4C88-A2F3-04620E58224D}" type="datetimeFigureOut">
              <a:rPr lang="en-US" smtClean="0"/>
              <a:t>11/20/2025</a:t>
            </a:fld>
            <a:endParaRPr lang="en-US"/>
          </a:p>
        </p:txBody>
      </p:sp>
      <p:sp>
        <p:nvSpPr>
          <p:cNvPr id="6" name="Footer Placeholder 5">
            <a:extLst>
              <a:ext uri="{FF2B5EF4-FFF2-40B4-BE49-F238E27FC236}">
                <a16:creationId xmlns:a16="http://schemas.microsoft.com/office/drawing/2014/main" id="{2FDD2BFB-BB2C-4C4A-A6E1-DD223C2BE0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D369B2-12F8-4583-8A7F-523C9A3EF09B}"/>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2940233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429566" y="1079150"/>
            <a:ext cx="9238434" cy="823912"/>
          </a:xfrm>
        </p:spPr>
        <p:txBody>
          <a:bodyPr/>
          <a:lstStyle>
            <a:lvl1pPr>
              <a:defRPr>
                <a:solidFill>
                  <a:schemeClr val="tx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2A1217D6-7448-4625-964F-5D82F65F11F7}"/>
              </a:ext>
            </a:extLst>
          </p:cNvPr>
          <p:cNvSpPr>
            <a:spLocks noGrp="1"/>
          </p:cNvSpPr>
          <p:nvPr>
            <p:ph type="body" idx="1"/>
          </p:nvPr>
        </p:nvSpPr>
        <p:spPr>
          <a:xfrm>
            <a:off x="1429567" y="2013217"/>
            <a:ext cx="4495799" cy="704232"/>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53A534C-0B54-4327-99C0-4F0019FD21F6}"/>
              </a:ext>
            </a:extLst>
          </p:cNvPr>
          <p:cNvSpPr>
            <a:spLocks noGrp="1"/>
          </p:cNvSpPr>
          <p:nvPr>
            <p:ph sz="half" idx="2"/>
          </p:nvPr>
        </p:nvSpPr>
        <p:spPr>
          <a:xfrm>
            <a:off x="1429567"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6172200" y="2013215"/>
            <a:ext cx="4495800" cy="704233"/>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6172200"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0E8168E2-6B97-486E-B0E4-4E7F5CDBB5B1}"/>
              </a:ext>
            </a:extLst>
          </p:cNvPr>
          <p:cNvSpPr>
            <a:spLocks noGrp="1"/>
          </p:cNvSpPr>
          <p:nvPr>
            <p:ph type="dt" sz="half" idx="10"/>
          </p:nvPr>
        </p:nvSpPr>
        <p:spPr/>
        <p:txBody>
          <a:bodyPr/>
          <a:lstStyle/>
          <a:p>
            <a:fld id="{3C2B07E4-CDF9-4C88-A2F3-04620E58224D}" type="datetimeFigureOut">
              <a:rPr lang="en-US" smtClean="0"/>
              <a:t>11/20/2025</a:t>
            </a:fld>
            <a:endParaRPr lang="en-US"/>
          </a:p>
        </p:txBody>
      </p:sp>
      <p:sp>
        <p:nvSpPr>
          <p:cNvPr id="8" name="Footer Placeholder 7">
            <a:extLst>
              <a:ext uri="{FF2B5EF4-FFF2-40B4-BE49-F238E27FC236}">
                <a16:creationId xmlns:a16="http://schemas.microsoft.com/office/drawing/2014/main" id="{D05D3E2B-2F4E-4347-A8E9-27EB7D0359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1FC4F5-6876-414E-9E30-84706A3F528C}"/>
              </a:ext>
            </a:extLst>
          </p:cNvPr>
          <p:cNvSpPr>
            <a:spLocks noGrp="1"/>
          </p:cNvSpPr>
          <p:nvPr>
            <p:ph type="sldNum" sz="quarter" idx="12"/>
          </p:nvPr>
        </p:nvSpPr>
        <p:spPr/>
        <p:txBody>
          <a:bodyPr/>
          <a:lstStyle/>
          <a:p>
            <a:fld id="{EFE71E98-A417-4ECC-ACEB-C0490C20DB04}" type="slidenum">
              <a:rPr lang="en-US" smtClean="0"/>
              <a:t>‹#›</a:t>
            </a:fld>
            <a:endParaRPr lang="en-US"/>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p:nvCxnSpPr>
        <p:spPr>
          <a:xfrm>
            <a:off x="6270727"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ADEE893-BE45-47F3-BCF0-02424B3503CC}"/>
              </a:ext>
            </a:extLst>
          </p:cNvPr>
          <p:cNvSpPr/>
          <p:nvPr/>
        </p:nvSpPr>
        <p:spPr>
          <a:xfrm>
            <a:off x="-1171838" y="4592406"/>
            <a:ext cx="808262" cy="3897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3FB5178A-4501-4B56-8BF1-D083D7B021CE}"/>
              </a:ext>
            </a:extLst>
          </p:cNvPr>
          <p:cNvCxnSpPr>
            <a:cxnSpLocks/>
          </p:cNvCxnSpPr>
          <p:nvPr/>
        </p:nvCxnSpPr>
        <p:spPr>
          <a:xfrm>
            <a:off x="1524000"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34323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2109C6-041C-42BA-B507-8EA298046EDD}"/>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7BF877-20DD-40F4-AEA8-E1B6D5350D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7DC874-15B5-4338-B7D1-8E393AB4C16E}"/>
              </a:ext>
            </a:extLst>
          </p:cNvPr>
          <p:cNvSpPr>
            <a:spLocks noGrp="1"/>
          </p:cNvSpPr>
          <p:nvPr>
            <p:ph type="dt" sz="half" idx="10"/>
          </p:nvPr>
        </p:nvSpPr>
        <p:spPr/>
        <p:txBody>
          <a:bodyPr/>
          <a:lstStyle/>
          <a:p>
            <a:fld id="{3C2B07E4-CDF9-4C88-A2F3-04620E58224D}" type="datetimeFigureOut">
              <a:rPr lang="en-US" smtClean="0"/>
              <a:t>11/20/2025</a:t>
            </a:fld>
            <a:endParaRPr lang="en-US"/>
          </a:p>
        </p:txBody>
      </p:sp>
      <p:sp>
        <p:nvSpPr>
          <p:cNvPr id="4" name="Footer Placeholder 3">
            <a:extLst>
              <a:ext uri="{FF2B5EF4-FFF2-40B4-BE49-F238E27FC236}">
                <a16:creationId xmlns:a16="http://schemas.microsoft.com/office/drawing/2014/main" id="{7E66BAE3-24C5-483F-9141-D860A265E7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9AEEB4-66F8-4008-B616-804FB9D91CF9}"/>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4112958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46C975-8FFB-4A4B-9213-774EE3901DE9}"/>
              </a:ext>
            </a:extLst>
          </p:cNvPr>
          <p:cNvSpPr>
            <a:spLocks noGrp="1"/>
          </p:cNvSpPr>
          <p:nvPr>
            <p:ph type="dt" sz="half" idx="10"/>
          </p:nvPr>
        </p:nvSpPr>
        <p:spPr/>
        <p:txBody>
          <a:bodyPr/>
          <a:lstStyle/>
          <a:p>
            <a:fld id="{3C2B07E4-CDF9-4C88-A2F3-04620E58224D}" type="datetimeFigureOut">
              <a:rPr lang="en-US" smtClean="0"/>
              <a:t>11/20/2025</a:t>
            </a:fld>
            <a:endParaRPr lang="en-US"/>
          </a:p>
        </p:txBody>
      </p:sp>
      <p:sp>
        <p:nvSpPr>
          <p:cNvPr id="3" name="Footer Placeholder 2">
            <a:extLst>
              <a:ext uri="{FF2B5EF4-FFF2-40B4-BE49-F238E27FC236}">
                <a16:creationId xmlns:a16="http://schemas.microsoft.com/office/drawing/2014/main" id="{4FBA744F-475D-4105-8E4A-0258155495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3FA64C-7966-4D6F-88D7-4B89F2A1DF2C}"/>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1704669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4ED5F-AB94-4DCF-8971-B8B2B55AF653}"/>
              </a:ext>
            </a:extLst>
          </p:cNvPr>
          <p:cNvSpPr>
            <a:spLocks noGrp="1"/>
          </p:cNvSpPr>
          <p:nvPr>
            <p:ph type="title"/>
          </p:nvPr>
        </p:nvSpPr>
        <p:spPr>
          <a:xfrm>
            <a:off x="1443740" y="1558944"/>
            <a:ext cx="3279689" cy="1864196"/>
          </a:xfrm>
        </p:spPr>
        <p:txBody>
          <a:bodyPr anchor="b"/>
          <a:lstStyle>
            <a:lvl1pPr algn="r">
              <a:defRPr sz="2800">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141EE4CB-68CF-4BF3-A891-8277AFD13D88}"/>
              </a:ext>
            </a:extLst>
          </p:cNvPr>
          <p:cNvSpPr>
            <a:spLocks noGrp="1"/>
          </p:cNvSpPr>
          <p:nvPr>
            <p:ph idx="1"/>
          </p:nvPr>
        </p:nvSpPr>
        <p:spPr>
          <a:xfrm>
            <a:off x="5334000" y="762000"/>
            <a:ext cx="5333999" cy="5334000"/>
          </a:xfrm>
        </p:spPr>
        <p:txBody>
          <a:bodyPr anchor="ctr">
            <a:normAutofit/>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95292E72-B66D-40EE-B182-5585382A6DC9}"/>
              </a:ext>
            </a:extLst>
          </p:cNvPr>
          <p:cNvSpPr>
            <a:spLocks noGrp="1"/>
          </p:cNvSpPr>
          <p:nvPr>
            <p:ph type="body" sz="half" idx="2"/>
          </p:nvPr>
        </p:nvSpPr>
        <p:spPr>
          <a:xfrm>
            <a:off x="1443741" y="3649682"/>
            <a:ext cx="3233096" cy="1933605"/>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ED73B694-B050-45F3-AE6F-A86A129F1C64}"/>
              </a:ext>
            </a:extLst>
          </p:cNvPr>
          <p:cNvSpPr>
            <a:spLocks noGrp="1"/>
          </p:cNvSpPr>
          <p:nvPr>
            <p:ph type="dt" sz="half" idx="10"/>
          </p:nvPr>
        </p:nvSpPr>
        <p:spPr/>
        <p:txBody>
          <a:bodyPr/>
          <a:lstStyle/>
          <a:p>
            <a:fld id="{3C2B07E4-CDF9-4C88-A2F3-04620E58224D}" type="datetimeFigureOut">
              <a:rPr lang="en-US" smtClean="0"/>
              <a:t>11/20/2025</a:t>
            </a:fld>
            <a:endParaRPr lang="en-US"/>
          </a:p>
        </p:txBody>
      </p:sp>
      <p:sp>
        <p:nvSpPr>
          <p:cNvPr id="6" name="Footer Placeholder 5">
            <a:extLst>
              <a:ext uri="{FF2B5EF4-FFF2-40B4-BE49-F238E27FC236}">
                <a16:creationId xmlns:a16="http://schemas.microsoft.com/office/drawing/2014/main" id="{7E8AE423-9CA5-46B3-96B1-7586AD0208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4B973D-F1F7-47BC-996D-6100B7C89520}"/>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3358684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E9949-4A1F-4DA9-9B75-A6180F954B8D}"/>
              </a:ext>
            </a:extLst>
          </p:cNvPr>
          <p:cNvSpPr>
            <a:spLocks noGrp="1"/>
          </p:cNvSpPr>
          <p:nvPr>
            <p:ph type="title"/>
          </p:nvPr>
        </p:nvSpPr>
        <p:spPr>
          <a:xfrm>
            <a:off x="1433543" y="1383126"/>
            <a:ext cx="3289886" cy="2045874"/>
          </a:xfrm>
        </p:spPr>
        <p:txBody>
          <a:bodyPr anchor="b"/>
          <a:lstStyle>
            <a:lvl1pPr algn="r">
              <a:defRPr sz="2800">
                <a:solidFill>
                  <a:schemeClr val="tx1"/>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79A8D794-C670-4569-93D9-0FF8B35AA7AE}"/>
              </a:ext>
            </a:extLst>
          </p:cNvPr>
          <p:cNvSpPr>
            <a:spLocks noGrp="1"/>
          </p:cNvSpPr>
          <p:nvPr>
            <p:ph type="pic" idx="1"/>
          </p:nvPr>
        </p:nvSpPr>
        <p:spPr>
          <a:xfrm>
            <a:off x="5334001" y="762000"/>
            <a:ext cx="5333999" cy="5334000"/>
          </a:xfrm>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92486F6-AE67-4B34-B8E2-0B7576DC2E3A}"/>
              </a:ext>
            </a:extLst>
          </p:cNvPr>
          <p:cNvSpPr>
            <a:spLocks noGrp="1"/>
          </p:cNvSpPr>
          <p:nvPr>
            <p:ph type="body" sz="half" idx="2"/>
          </p:nvPr>
        </p:nvSpPr>
        <p:spPr>
          <a:xfrm>
            <a:off x="1433544" y="3649682"/>
            <a:ext cx="3243292" cy="1684317"/>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198B11C-BB63-49A6-B488-29D4FBF8E107}"/>
              </a:ext>
            </a:extLst>
          </p:cNvPr>
          <p:cNvSpPr>
            <a:spLocks noGrp="1"/>
          </p:cNvSpPr>
          <p:nvPr>
            <p:ph type="dt" sz="half" idx="10"/>
          </p:nvPr>
        </p:nvSpPr>
        <p:spPr/>
        <p:txBody>
          <a:bodyPr/>
          <a:lstStyle/>
          <a:p>
            <a:fld id="{3C2B07E4-CDF9-4C88-A2F3-04620E58224D}" type="datetimeFigureOut">
              <a:rPr lang="en-US" smtClean="0"/>
              <a:t>11/20/2025</a:t>
            </a:fld>
            <a:endParaRPr lang="en-US"/>
          </a:p>
        </p:txBody>
      </p:sp>
      <p:sp>
        <p:nvSpPr>
          <p:cNvPr id="6" name="Footer Placeholder 5">
            <a:extLst>
              <a:ext uri="{FF2B5EF4-FFF2-40B4-BE49-F238E27FC236}">
                <a16:creationId xmlns:a16="http://schemas.microsoft.com/office/drawing/2014/main" id="{324B9166-6D36-4F0A-9ADD-33D49A0C3A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B22B8F-7760-41B3-9053-DD90255B9EEE}"/>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3073189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A5DE-E5C6-4DB9-AD28-8F1EAC6F5513}"/>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4363E08E-9B2D-4740-9AC6-D5E1CFB95FC6}"/>
              </a:ext>
            </a:extLst>
          </p:cNvPr>
          <p:cNvSpPr>
            <a:spLocks noGrp="1"/>
          </p:cNvSpPr>
          <p:nvPr>
            <p:ph type="body" orient="vert" idx="1"/>
          </p:nvPr>
        </p:nvSpPr>
        <p:spPr>
          <a:xfrm>
            <a:off x="1429566" y="2229957"/>
            <a:ext cx="9238434" cy="3866043"/>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E4E3736-E8AA-4F58-9D3A-27050B287F9D}"/>
              </a:ext>
            </a:extLst>
          </p:cNvPr>
          <p:cNvSpPr>
            <a:spLocks noGrp="1"/>
          </p:cNvSpPr>
          <p:nvPr>
            <p:ph type="dt" sz="half" idx="10"/>
          </p:nvPr>
        </p:nvSpPr>
        <p:spPr/>
        <p:txBody>
          <a:bodyPr/>
          <a:lstStyle/>
          <a:p>
            <a:fld id="{3C2B07E4-CDF9-4C88-A2F3-04620E58224D}" type="datetimeFigureOut">
              <a:rPr lang="en-US" smtClean="0"/>
              <a:t>11/20/2025</a:t>
            </a:fld>
            <a:endParaRPr lang="en-US"/>
          </a:p>
        </p:txBody>
      </p:sp>
      <p:sp>
        <p:nvSpPr>
          <p:cNvPr id="5" name="Footer Placeholder 4">
            <a:extLst>
              <a:ext uri="{FF2B5EF4-FFF2-40B4-BE49-F238E27FC236}">
                <a16:creationId xmlns:a16="http://schemas.microsoft.com/office/drawing/2014/main" id="{1DE95E84-15BC-478B-9DAB-15025867BB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E9D98F-E0A8-4254-A957-7F17811D017E}"/>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1851646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DE70F5-2276-4F91-9FC2-8DA4B528814A}"/>
              </a:ext>
            </a:extLst>
          </p:cNvPr>
          <p:cNvSpPr>
            <a:spLocks noGrp="1"/>
          </p:cNvSpPr>
          <p:nvPr>
            <p:ph type="title" orient="vert"/>
          </p:nvPr>
        </p:nvSpPr>
        <p:spPr>
          <a:xfrm>
            <a:off x="9144000" y="1467699"/>
            <a:ext cx="1758461" cy="4628301"/>
          </a:xfrm>
        </p:spPr>
        <p:txBody>
          <a:bodyPr vert="eaVert"/>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D21856C5-C2FD-45E4-A631-AC06B5495BEA}"/>
              </a:ext>
            </a:extLst>
          </p:cNvPr>
          <p:cNvSpPr>
            <a:spLocks noGrp="1"/>
          </p:cNvSpPr>
          <p:nvPr>
            <p:ph type="body" orient="vert" idx="1"/>
          </p:nvPr>
        </p:nvSpPr>
        <p:spPr>
          <a:xfrm>
            <a:off x="1182312" y="1467699"/>
            <a:ext cx="7839379" cy="4628301"/>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EE336EA-B6DD-4115-9C67-79A24C866ED4}"/>
              </a:ext>
            </a:extLst>
          </p:cNvPr>
          <p:cNvSpPr>
            <a:spLocks noGrp="1"/>
          </p:cNvSpPr>
          <p:nvPr>
            <p:ph type="dt" sz="half" idx="10"/>
          </p:nvPr>
        </p:nvSpPr>
        <p:spPr/>
        <p:txBody>
          <a:bodyPr/>
          <a:lstStyle/>
          <a:p>
            <a:fld id="{3C2B07E4-CDF9-4C88-A2F3-04620E58224D}" type="datetimeFigureOut">
              <a:rPr lang="en-US" smtClean="0"/>
              <a:t>11/20/2025</a:t>
            </a:fld>
            <a:endParaRPr lang="en-US"/>
          </a:p>
        </p:txBody>
      </p:sp>
      <p:sp>
        <p:nvSpPr>
          <p:cNvPr id="5" name="Footer Placeholder 4">
            <a:extLst>
              <a:ext uri="{FF2B5EF4-FFF2-40B4-BE49-F238E27FC236}">
                <a16:creationId xmlns:a16="http://schemas.microsoft.com/office/drawing/2014/main" id="{C2EA668B-1DAB-449C-9BA4-7B1572A22B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C6567E-119D-4C98-93FF-73A332803A13}"/>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29951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4152A-7FE0-4708-B7C1-DBEC8F133766}"/>
              </a:ext>
            </a:extLst>
          </p:cNvPr>
          <p:cNvSpPr>
            <a:spLocks noGrp="1"/>
          </p:cNvSpPr>
          <p:nvPr>
            <p:ph type="title"/>
          </p:nvPr>
        </p:nvSpPr>
        <p:spPr>
          <a:xfrm>
            <a:off x="1429566" y="1041621"/>
            <a:ext cx="9238434" cy="861383"/>
          </a:xfrm>
          <a:prstGeom prst="rect">
            <a:avLst/>
          </a:prstGeom>
        </p:spPr>
        <p:txBody>
          <a:bodyPr vert="horz" lIns="91440" tIns="45720" rIns="91440" bIns="45720" rtlCol="0"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B911AB53-BAF9-439D-9451-47193CF2FF8E}"/>
              </a:ext>
            </a:extLst>
          </p:cNvPr>
          <p:cNvSpPr>
            <a:spLocks noGrp="1"/>
          </p:cNvSpPr>
          <p:nvPr>
            <p:ph type="body" idx="1"/>
          </p:nvPr>
        </p:nvSpPr>
        <p:spPr>
          <a:xfrm>
            <a:off x="1429566" y="2285999"/>
            <a:ext cx="9238434" cy="381000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FB96D9F-562A-496F-A530-A561994DC5EF}"/>
              </a:ext>
            </a:extLst>
          </p:cNvPr>
          <p:cNvSpPr>
            <a:spLocks noGrp="1"/>
          </p:cNvSpPr>
          <p:nvPr>
            <p:ph type="dt" sz="half" idx="2"/>
          </p:nvPr>
        </p:nvSpPr>
        <p:spPr>
          <a:xfrm rot="5400000">
            <a:off x="10471087" y="4891318"/>
            <a:ext cx="2673295"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3C2B07E4-CDF9-4C88-A2F3-04620E58224D}" type="datetimeFigureOut">
              <a:rPr lang="en-US" smtClean="0"/>
              <a:pPr/>
              <a:t>11/20/2025</a:t>
            </a:fld>
            <a:endParaRPr lang="en-US" dirty="0"/>
          </a:p>
        </p:txBody>
      </p:sp>
      <p:sp>
        <p:nvSpPr>
          <p:cNvPr id="5" name="Footer Placeholder 4">
            <a:extLst>
              <a:ext uri="{FF2B5EF4-FFF2-40B4-BE49-F238E27FC236}">
                <a16:creationId xmlns:a16="http://schemas.microsoft.com/office/drawing/2014/main" id="{CC3060FE-AAC3-4FAE-9EB4-BCAE72D95670}"/>
              </a:ext>
            </a:extLst>
          </p:cNvPr>
          <p:cNvSpPr>
            <a:spLocks noGrp="1"/>
          </p:cNvSpPr>
          <p:nvPr>
            <p:ph type="ftr" sz="quarter" idx="3"/>
          </p:nvPr>
        </p:nvSpPr>
        <p:spPr>
          <a:xfrm rot="5400000">
            <a:off x="10473021" y="1609893"/>
            <a:ext cx="2669427" cy="365125"/>
          </a:xfrm>
          <a:prstGeom prst="rect">
            <a:avLst/>
          </a:prstGeom>
        </p:spPr>
        <p:txBody>
          <a:bodyPr vert="horz" lIns="91440" tIns="45720" rIns="91440" bIns="45720" rtlCol="0" anchor="ctr"/>
          <a:lstStyle>
            <a:lvl1pPr algn="r">
              <a:defRPr sz="7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4777EDB2-8F31-42FA-B253-62D241466385}"/>
              </a:ext>
            </a:extLst>
          </p:cNvPr>
          <p:cNvSpPr>
            <a:spLocks noGrp="1"/>
          </p:cNvSpPr>
          <p:nvPr>
            <p:ph type="sldNum" sz="quarter" idx="4"/>
          </p:nvPr>
        </p:nvSpPr>
        <p:spPr>
          <a:xfrm>
            <a:off x="11492908" y="3219853"/>
            <a:ext cx="629653" cy="429830"/>
          </a:xfrm>
          <a:prstGeom prst="rect">
            <a:avLst/>
          </a:prstGeom>
        </p:spPr>
        <p:txBody>
          <a:bodyPr vert="horz" lIns="91440" tIns="45720" rIns="91440" bIns="45720" rtlCol="0" anchor="ctr"/>
          <a:lstStyle>
            <a:lvl1pPr algn="ctr">
              <a:defRPr sz="1600" b="1">
                <a:solidFill>
                  <a:schemeClr val="tx1">
                    <a:tint val="75000"/>
                  </a:schemeClr>
                </a:solidFill>
                <a:latin typeface="+mj-lt"/>
              </a:defRPr>
            </a:lvl1pPr>
          </a:lstStyle>
          <a:p>
            <a:fld id="{EFE71E98-A417-4ECC-ACEB-C0490C20DB04}" type="slidenum">
              <a:rPr lang="en-US" smtClean="0"/>
              <a:pPr/>
              <a:t>‹#›</a:t>
            </a:fld>
            <a:endParaRPr lang="en-US"/>
          </a:p>
        </p:txBody>
      </p:sp>
    </p:spTree>
    <p:extLst>
      <p:ext uri="{BB962C8B-B14F-4D97-AF65-F5344CB8AC3E}">
        <p14:creationId xmlns:p14="http://schemas.microsoft.com/office/powerpoint/2010/main" val="5505599"/>
      </p:ext>
    </p:extLst>
  </p:cSld>
  <p:clrMap bg1="dk1" tx1="lt1" bg2="dk2" tx2="lt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2" r:id="rId6"/>
    <p:sldLayoutId id="2147483828" r:id="rId7"/>
    <p:sldLayoutId id="2147483829" r:id="rId8"/>
    <p:sldLayoutId id="2147483830" r:id="rId9"/>
    <p:sldLayoutId id="2147483831" r:id="rId10"/>
    <p:sldLayoutId id="2147483833" r:id="rId11"/>
  </p:sldLayoutIdLst>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74320" indent="-274320" algn="l" defTabSz="914400" rtl="0" eaLnBrk="1" latinLnBrk="0" hangingPunct="1">
        <a:lnSpc>
          <a:spcPct val="130000"/>
        </a:lnSpc>
        <a:spcBef>
          <a:spcPts val="1000"/>
        </a:spcBef>
        <a:buSzPct val="85000"/>
        <a:buFont typeface="Arial" panose="020B0604020202020204" pitchFamily="34" charset="0"/>
        <a:buChar char="•"/>
        <a:defRPr sz="1800" kern="1200">
          <a:solidFill>
            <a:schemeClr val="tx1"/>
          </a:solidFill>
          <a:latin typeface="+mn-lt"/>
          <a:ea typeface="+mn-ea"/>
          <a:cs typeface="+mn-cs"/>
        </a:defRPr>
      </a:lvl1pPr>
      <a:lvl2pPr marL="274320" indent="0" algn="l" defTabSz="914400" rtl="0" eaLnBrk="1" latinLnBrk="0" hangingPunct="1">
        <a:lnSpc>
          <a:spcPct val="130000"/>
        </a:lnSpc>
        <a:spcBef>
          <a:spcPts val="500"/>
        </a:spcBef>
        <a:buSzPct val="85000"/>
        <a:buFontTx/>
        <a:buNone/>
        <a:defRPr sz="1600" b="1" kern="1200">
          <a:solidFill>
            <a:schemeClr val="tx1"/>
          </a:solidFill>
          <a:latin typeface="+mn-lt"/>
          <a:ea typeface="+mn-ea"/>
          <a:cs typeface="+mn-cs"/>
        </a:defRPr>
      </a:lvl2pPr>
      <a:lvl3pPr marL="457200" indent="-18288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3pPr>
      <a:lvl4pPr marL="466344" indent="0" algn="l" defTabSz="914400" rtl="0" eaLnBrk="1" latinLnBrk="0" hangingPunct="1">
        <a:lnSpc>
          <a:spcPct val="130000"/>
        </a:lnSpc>
        <a:spcBef>
          <a:spcPts val="500"/>
        </a:spcBef>
        <a:buSzPct val="85000"/>
        <a:buFontTx/>
        <a:buNone/>
        <a:defRPr sz="1200" b="1" kern="1200">
          <a:solidFill>
            <a:schemeClr val="tx1"/>
          </a:solidFill>
          <a:latin typeface="+mn-lt"/>
          <a:ea typeface="+mn-ea"/>
          <a:cs typeface="+mn-cs"/>
        </a:defRPr>
      </a:lvl4pPr>
      <a:lvl5pPr marL="640080" indent="-182880" algn="l" defTabSz="914400" rtl="0" eaLnBrk="1" latinLnBrk="0" hangingPunct="1">
        <a:lnSpc>
          <a:spcPct val="130000"/>
        </a:lnSpc>
        <a:spcBef>
          <a:spcPts val="500"/>
        </a:spcBef>
        <a:buSzPct val="85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0E0E787-6A3F-4579-9E73-AC9FBB0E3A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914400" y="1147481"/>
            <a:ext cx="4244341" cy="2532980"/>
          </a:xfrm>
        </p:spPr>
        <p:txBody>
          <a:bodyPr>
            <a:normAutofit/>
          </a:bodyPr>
          <a:lstStyle/>
          <a:p>
            <a:pPr algn="ctr"/>
            <a:r>
              <a:rPr lang="en-US" dirty="0"/>
              <a:t>Crop Yield prediction</a:t>
            </a:r>
          </a:p>
        </p:txBody>
      </p:sp>
      <p:sp>
        <p:nvSpPr>
          <p:cNvPr id="3" name="Subtitle 2"/>
          <p:cNvSpPr>
            <a:spLocks noGrp="1"/>
          </p:cNvSpPr>
          <p:nvPr>
            <p:ph type="subTitle" idx="1"/>
          </p:nvPr>
        </p:nvSpPr>
        <p:spPr>
          <a:xfrm>
            <a:off x="1386840" y="4283220"/>
            <a:ext cx="3299460" cy="1487117"/>
          </a:xfrm>
        </p:spPr>
        <p:txBody>
          <a:bodyPr>
            <a:normAutofit/>
          </a:bodyPr>
          <a:lstStyle/>
          <a:p>
            <a:pPr algn="ctr"/>
            <a:r>
              <a:rPr lang="en-US" dirty="0"/>
              <a:t>By </a:t>
            </a:r>
            <a:r>
              <a:rPr lang="en-US" dirty="0" err="1"/>
              <a:t>hasham</a:t>
            </a:r>
            <a:r>
              <a:rPr lang="en-US" dirty="0"/>
              <a:t> </a:t>
            </a:r>
            <a:r>
              <a:rPr lang="en-US" dirty="0" err="1"/>
              <a:t>asim</a:t>
            </a:r>
            <a:endParaRPr lang="en-US" dirty="0"/>
          </a:p>
        </p:txBody>
      </p:sp>
      <p:pic>
        <p:nvPicPr>
          <p:cNvPr id="4" name="Picture 3" descr="An abstract genetic concept">
            <a:extLst>
              <a:ext uri="{FF2B5EF4-FFF2-40B4-BE49-F238E27FC236}">
                <a16:creationId xmlns:a16="http://schemas.microsoft.com/office/drawing/2014/main" id="{1988F6C1-9003-86BA-DE9D-1DA1EC670781}"/>
              </a:ext>
            </a:extLst>
          </p:cNvPr>
          <p:cNvPicPr>
            <a:picLocks noChangeAspect="1"/>
          </p:cNvPicPr>
          <p:nvPr/>
        </p:nvPicPr>
        <p:blipFill rotWithShape="1">
          <a:blip r:embed="rId2"/>
          <a:srcRect r="2" b="2"/>
          <a:stretch/>
        </p:blipFill>
        <p:spPr>
          <a:xfrm>
            <a:off x="5979412" y="756110"/>
            <a:ext cx="5360306" cy="5360306"/>
          </a:xfrm>
          <a:custGeom>
            <a:avLst/>
            <a:gdLst/>
            <a:ahLst/>
            <a:cxnLst/>
            <a:rect l="l" t="t" r="r" b="b"/>
            <a:pathLst>
              <a:path w="5360306" h="5360306">
                <a:moveTo>
                  <a:pt x="2680153" y="0"/>
                </a:moveTo>
                <a:cubicBezTo>
                  <a:pt x="4160361" y="0"/>
                  <a:pt x="5360306" y="1199945"/>
                  <a:pt x="5360306" y="2680153"/>
                </a:cubicBezTo>
                <a:cubicBezTo>
                  <a:pt x="5360306" y="4160361"/>
                  <a:pt x="4160361" y="5360306"/>
                  <a:pt x="2680153" y="5360306"/>
                </a:cubicBezTo>
                <a:cubicBezTo>
                  <a:pt x="1199945" y="5360306"/>
                  <a:pt x="0" y="4160361"/>
                  <a:pt x="0" y="2680153"/>
                </a:cubicBezTo>
                <a:cubicBezTo>
                  <a:pt x="0" y="1199945"/>
                  <a:pt x="1199945" y="0"/>
                  <a:pt x="2680153" y="0"/>
                </a:cubicBezTo>
                <a:close/>
              </a:path>
            </a:pathLst>
          </a:custGeom>
        </p:spPr>
      </p:pic>
      <p:cxnSp>
        <p:nvCxnSpPr>
          <p:cNvPr id="20" name="Straight Connector 19">
            <a:extLst>
              <a:ext uri="{FF2B5EF4-FFF2-40B4-BE49-F238E27FC236}">
                <a16:creationId xmlns:a16="http://schemas.microsoft.com/office/drawing/2014/main" id="{651B3B56-501F-42FF-8534-28EF7857BD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550993" y="399708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8B38D4-9D92-4608-A16B-260E8CC21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1A94AE6-0978-4A09-B78E-D60AC48423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3197" y="1113411"/>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CA12E6-4BF4-1C9D-3FC3-E117B50D6D35}"/>
              </a:ext>
            </a:extLst>
          </p:cNvPr>
          <p:cNvSpPr>
            <a:spLocks noGrp="1"/>
          </p:cNvSpPr>
          <p:nvPr>
            <p:ph type="title"/>
          </p:nvPr>
        </p:nvSpPr>
        <p:spPr>
          <a:xfrm>
            <a:off x="1207828" y="2286000"/>
            <a:ext cx="3643951" cy="2286000"/>
          </a:xfrm>
        </p:spPr>
        <p:txBody>
          <a:bodyPr anchor="ctr">
            <a:normAutofit/>
          </a:bodyPr>
          <a:lstStyle/>
          <a:p>
            <a:pPr algn="ctr"/>
            <a:r>
              <a:rPr lang="en-US">
                <a:solidFill>
                  <a:schemeClr val="bg1"/>
                </a:solidFill>
                <a:ea typeface="+mj-lt"/>
                <a:cs typeface="+mj-lt"/>
              </a:rPr>
              <a:t>Using AI to Boost Farming Success:</a:t>
            </a:r>
            <a:endParaRPr lang="en-US">
              <a:solidFill>
                <a:schemeClr val="bg1"/>
              </a:solidFill>
            </a:endParaRPr>
          </a:p>
        </p:txBody>
      </p:sp>
      <p:sp>
        <p:nvSpPr>
          <p:cNvPr id="3" name="Content Placeholder 2">
            <a:extLst>
              <a:ext uri="{FF2B5EF4-FFF2-40B4-BE49-F238E27FC236}">
                <a16:creationId xmlns:a16="http://schemas.microsoft.com/office/drawing/2014/main" id="{138C534A-D5AB-38EA-24A5-CA6D8C531E9C}"/>
              </a:ext>
            </a:extLst>
          </p:cNvPr>
          <p:cNvSpPr>
            <a:spLocks/>
          </p:cNvSpPr>
          <p:nvPr/>
        </p:nvSpPr>
        <p:spPr>
          <a:xfrm>
            <a:off x="6096000" y="2329109"/>
            <a:ext cx="5334000" cy="2199782"/>
          </a:xfrm>
          <a:prstGeom prst="rect">
            <a:avLst/>
          </a:prstGeom>
        </p:spPr>
        <p:txBody>
          <a:bodyPr vert="horz" lIns="91440" tIns="45720" rIns="91440" bIns="45720" rtlCol="0" anchor="t">
            <a:normAutofit/>
          </a:bodyPr>
          <a:lstStyle/>
          <a:p>
            <a:pPr defTabSz="521208">
              <a:spcAft>
                <a:spcPts val="600"/>
              </a:spcAft>
            </a:pPr>
            <a:r>
              <a:rPr lang="en-US" sz="1600" b="1" kern="1200" dirty="0">
                <a:latin typeface="+mn-lt"/>
                <a:ea typeface="+mn-ea"/>
                <a:cs typeface="+mn-cs"/>
              </a:rPr>
              <a:t>This Project actually how AI helps to boost farming like making prediction for crop which are produced in high yield in some area and what are the conditions that are implied on that.</a:t>
            </a:r>
            <a:r>
              <a:rPr lang="en-US" sz="1600" b="1" dirty="0"/>
              <a:t> </a:t>
            </a:r>
            <a:r>
              <a:rPr lang="en-US" sz="1600" b="1" kern="1200" dirty="0">
                <a:latin typeface="+mn-lt"/>
                <a:ea typeface="+mn-ea"/>
                <a:cs typeface="+mn-cs"/>
              </a:rPr>
              <a:t>This helps farmers as there are able to grow crops in more yield and </a:t>
            </a:r>
            <a:r>
              <a:rPr lang="en-US" sz="1600" b="1" dirty="0"/>
              <a:t>abundance</a:t>
            </a:r>
            <a:r>
              <a:rPr lang="en-US" sz="1600" b="1" kern="1200" dirty="0">
                <a:latin typeface="+mn-lt"/>
                <a:ea typeface="+mn-ea"/>
                <a:cs typeface="+mn-cs"/>
              </a:rPr>
              <a:t> .</a:t>
            </a:r>
            <a:endParaRPr lang="en-US" sz="1600" b="1" dirty="0"/>
          </a:p>
        </p:txBody>
      </p:sp>
      <p:sp>
        <p:nvSpPr>
          <p:cNvPr id="4" name="TextBox 3">
            <a:extLst>
              <a:ext uri="{FF2B5EF4-FFF2-40B4-BE49-F238E27FC236}">
                <a16:creationId xmlns:a16="http://schemas.microsoft.com/office/drawing/2014/main" id="{E74F84A3-C9AB-8B55-9AD9-1E90FF83A3C0}"/>
              </a:ext>
            </a:extLst>
          </p:cNvPr>
          <p:cNvSpPr txBox="1"/>
          <p:nvPr/>
        </p:nvSpPr>
        <p:spPr>
          <a:xfrm>
            <a:off x="7998340" y="2857057"/>
            <a:ext cx="1583843" cy="4080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521208">
              <a:spcAft>
                <a:spcPts val="600"/>
              </a:spcAft>
            </a:pPr>
            <a:r>
              <a:rPr lang="en-US" sz="1026" kern="1200">
                <a:solidFill>
                  <a:srgbClr val="8F98A7"/>
                </a:solidFill>
                <a:latin typeface="Söhne"/>
                <a:ea typeface="+mn-ea"/>
                <a:cs typeface="+mn-cs"/>
              </a:rPr>
              <a:t>Using AI to Boost Farming Success</a:t>
            </a:r>
            <a:endParaRPr lang="en-US"/>
          </a:p>
        </p:txBody>
      </p:sp>
    </p:spTree>
    <p:extLst>
      <p:ext uri="{BB962C8B-B14F-4D97-AF65-F5344CB8AC3E}">
        <p14:creationId xmlns:p14="http://schemas.microsoft.com/office/powerpoint/2010/main" val="93955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669F72C-E3FB-4C48-AEBD-AF7AC0D749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CA22715-D05D-465E-A9CB-5AD7BC6C9C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3197" y="1114197"/>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427354-9ED7-4FCE-9DE2-ABD73402AB81}"/>
              </a:ext>
            </a:extLst>
          </p:cNvPr>
          <p:cNvSpPr>
            <a:spLocks noGrp="1"/>
          </p:cNvSpPr>
          <p:nvPr>
            <p:ph type="title"/>
          </p:nvPr>
        </p:nvSpPr>
        <p:spPr>
          <a:xfrm>
            <a:off x="1043180" y="2288987"/>
            <a:ext cx="4009639" cy="2283013"/>
          </a:xfrm>
        </p:spPr>
        <p:txBody>
          <a:bodyPr anchor="ctr">
            <a:normAutofit/>
          </a:bodyPr>
          <a:lstStyle/>
          <a:p>
            <a:pPr algn="ctr">
              <a:lnSpc>
                <a:spcPct val="110000"/>
              </a:lnSpc>
            </a:pPr>
            <a:r>
              <a:rPr lang="en-US" sz="2400">
                <a:solidFill>
                  <a:schemeClr val="bg1"/>
                </a:solidFill>
                <a:ea typeface="+mj-lt"/>
                <a:cs typeface="+mj-lt"/>
              </a:rPr>
              <a:t>FARMERS, AGRICULTURAL EXPERTS, AND STAKEHOLDERS.</a:t>
            </a:r>
          </a:p>
          <a:p>
            <a:pPr algn="ctr">
              <a:lnSpc>
                <a:spcPct val="110000"/>
              </a:lnSpc>
            </a:pPr>
            <a:endParaRPr lang="en-US" sz="2400">
              <a:solidFill>
                <a:schemeClr val="bg1"/>
              </a:solidFill>
            </a:endParaRPr>
          </a:p>
        </p:txBody>
      </p:sp>
      <p:sp>
        <p:nvSpPr>
          <p:cNvPr id="3" name="Content Placeholder 2">
            <a:extLst>
              <a:ext uri="{FF2B5EF4-FFF2-40B4-BE49-F238E27FC236}">
                <a16:creationId xmlns:a16="http://schemas.microsoft.com/office/drawing/2014/main" id="{EDD5A9B5-1155-8705-1C72-79556C77ECB5}"/>
              </a:ext>
            </a:extLst>
          </p:cNvPr>
          <p:cNvSpPr>
            <a:spLocks noGrp="1"/>
          </p:cNvSpPr>
          <p:nvPr>
            <p:ph idx="1"/>
          </p:nvPr>
        </p:nvSpPr>
        <p:spPr>
          <a:xfrm>
            <a:off x="6747435" y="762000"/>
            <a:ext cx="4338577" cy="3048000"/>
          </a:xfrm>
        </p:spPr>
        <p:txBody>
          <a:bodyPr vert="horz" lIns="91440" tIns="45720" rIns="91440" bIns="45720" rtlCol="0" anchor="ctr">
            <a:normAutofit/>
          </a:bodyPr>
          <a:lstStyle/>
          <a:p>
            <a:r>
              <a:rPr lang="en-US" dirty="0"/>
              <a:t>This targeted audience for this project is Farmers, Agricultural  Experts and Stakeholders as all can get benefit from it as a community this is good step which help in betterment for the people also stakeholders can get a lot of benefit from it </a:t>
            </a:r>
          </a:p>
        </p:txBody>
      </p:sp>
      <p:pic>
        <p:nvPicPr>
          <p:cNvPr id="7" name="Graphic 6" descr="Farm scene">
            <a:extLst>
              <a:ext uri="{FF2B5EF4-FFF2-40B4-BE49-F238E27FC236}">
                <a16:creationId xmlns:a16="http://schemas.microsoft.com/office/drawing/2014/main" id="{FD9EFADB-F98A-A567-CB4B-58B1959C2E7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54645" y="4309035"/>
            <a:ext cx="1786965" cy="1786965"/>
          </a:xfrm>
          <a:prstGeom prst="rect">
            <a:avLst/>
          </a:prstGeom>
        </p:spPr>
      </p:pic>
    </p:spTree>
    <p:extLst>
      <p:ext uri="{BB962C8B-B14F-4D97-AF65-F5344CB8AC3E}">
        <p14:creationId xmlns:p14="http://schemas.microsoft.com/office/powerpoint/2010/main" val="3907106809"/>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C8B38D4-9D92-4608-A16B-260E8CC21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1A94AE6-0978-4A09-B78E-D60AC48423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3197" y="1113411"/>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246813-FC8B-E2A9-C5E4-D8C199BC7CF5}"/>
              </a:ext>
            </a:extLst>
          </p:cNvPr>
          <p:cNvSpPr>
            <a:spLocks noGrp="1"/>
          </p:cNvSpPr>
          <p:nvPr>
            <p:ph type="title"/>
          </p:nvPr>
        </p:nvSpPr>
        <p:spPr>
          <a:xfrm>
            <a:off x="1207828" y="2286000"/>
            <a:ext cx="3643951" cy="2286000"/>
          </a:xfrm>
        </p:spPr>
        <p:txBody>
          <a:bodyPr anchor="ctr">
            <a:normAutofit/>
          </a:bodyPr>
          <a:lstStyle/>
          <a:p>
            <a:pPr algn="ctr"/>
            <a:r>
              <a:rPr lang="en-US">
                <a:solidFill>
                  <a:schemeClr val="bg1"/>
                </a:solidFill>
              </a:rPr>
              <a:t>How This Works:</a:t>
            </a:r>
          </a:p>
        </p:txBody>
      </p:sp>
      <p:graphicFrame>
        <p:nvGraphicFramePr>
          <p:cNvPr id="5" name="Content Placeholder 2">
            <a:extLst>
              <a:ext uri="{FF2B5EF4-FFF2-40B4-BE49-F238E27FC236}">
                <a16:creationId xmlns:a16="http://schemas.microsoft.com/office/drawing/2014/main" id="{F6FA7565-D822-1081-B423-6BE1E1BEE709}"/>
              </a:ext>
            </a:extLst>
          </p:cNvPr>
          <p:cNvGraphicFramePr>
            <a:graphicFrameLocks noGrp="1"/>
          </p:cNvGraphicFramePr>
          <p:nvPr>
            <p:ph idx="1"/>
            <p:extLst>
              <p:ext uri="{D42A27DB-BD31-4B8C-83A1-F6EECF244321}">
                <p14:modId xmlns:p14="http://schemas.microsoft.com/office/powerpoint/2010/main" val="1765331010"/>
              </p:ext>
            </p:extLst>
          </p:nvPr>
        </p:nvGraphicFramePr>
        <p:xfrm>
          <a:off x="6096000" y="762001"/>
          <a:ext cx="5334000" cy="5333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91542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C8B38D4-9D92-4608-A16B-260E8CC21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1A94AE6-0978-4A09-B78E-D60AC48423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3197" y="1113411"/>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B009F1-9D61-9383-6CE3-378EBB5C3B39}"/>
              </a:ext>
            </a:extLst>
          </p:cNvPr>
          <p:cNvSpPr>
            <a:spLocks noGrp="1"/>
          </p:cNvSpPr>
          <p:nvPr>
            <p:ph type="title"/>
          </p:nvPr>
        </p:nvSpPr>
        <p:spPr>
          <a:xfrm>
            <a:off x="1207828" y="2286000"/>
            <a:ext cx="3643951" cy="2286000"/>
          </a:xfrm>
        </p:spPr>
        <p:txBody>
          <a:bodyPr anchor="ctr">
            <a:normAutofit/>
          </a:bodyPr>
          <a:lstStyle/>
          <a:p>
            <a:pPr algn="ctr"/>
            <a:r>
              <a:rPr lang="en-US" sz="2000" dirty="0">
                <a:solidFill>
                  <a:schemeClr val="bg1"/>
                </a:solidFill>
              </a:rPr>
              <a:t>Results overviews:</a:t>
            </a:r>
          </a:p>
        </p:txBody>
      </p:sp>
      <p:graphicFrame>
        <p:nvGraphicFramePr>
          <p:cNvPr id="5" name="Content Placeholder 2">
            <a:extLst>
              <a:ext uri="{FF2B5EF4-FFF2-40B4-BE49-F238E27FC236}">
                <a16:creationId xmlns:a16="http://schemas.microsoft.com/office/drawing/2014/main" id="{B72F0550-4E6B-2840-56B7-8BF5B8E954D3}"/>
              </a:ext>
            </a:extLst>
          </p:cNvPr>
          <p:cNvGraphicFramePr>
            <a:graphicFrameLocks noGrp="1"/>
          </p:cNvGraphicFramePr>
          <p:nvPr>
            <p:ph idx="1"/>
            <p:extLst>
              <p:ext uri="{D42A27DB-BD31-4B8C-83A1-F6EECF244321}">
                <p14:modId xmlns:p14="http://schemas.microsoft.com/office/powerpoint/2010/main" val="1460739441"/>
              </p:ext>
            </p:extLst>
          </p:nvPr>
        </p:nvGraphicFramePr>
        <p:xfrm>
          <a:off x="6096000" y="762001"/>
          <a:ext cx="5334000" cy="5333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49662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0DB4423-716D-4B40-9498-69F5F3E5E0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B339CD8-1850-4DF2-BCDF-1CAAE5F872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3197" y="1113411"/>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5E3501-BB34-10AE-3663-42CBAA6EE00D}"/>
              </a:ext>
            </a:extLst>
          </p:cNvPr>
          <p:cNvSpPr>
            <a:spLocks noGrp="1"/>
          </p:cNvSpPr>
          <p:nvPr>
            <p:ph type="title"/>
          </p:nvPr>
        </p:nvSpPr>
        <p:spPr>
          <a:xfrm>
            <a:off x="1044054" y="2286000"/>
            <a:ext cx="3965456" cy="2285999"/>
          </a:xfrm>
        </p:spPr>
        <p:txBody>
          <a:bodyPr anchor="ctr">
            <a:normAutofit/>
          </a:bodyPr>
          <a:lstStyle/>
          <a:p>
            <a:pPr algn="ctr"/>
            <a:r>
              <a:rPr lang="en-US" b="1">
                <a:solidFill>
                  <a:schemeClr val="bg1"/>
                </a:solidFill>
                <a:latin typeface="Söhne"/>
                <a:ea typeface="Söhne"/>
                <a:cs typeface="Söhne"/>
              </a:rPr>
              <a:t>Insights &amp; Patterns</a:t>
            </a:r>
            <a:endParaRPr lang="en-US">
              <a:solidFill>
                <a:schemeClr val="bg1"/>
              </a:solidFill>
            </a:endParaRPr>
          </a:p>
        </p:txBody>
      </p:sp>
      <p:sp>
        <p:nvSpPr>
          <p:cNvPr id="3" name="Content Placeholder 2">
            <a:extLst>
              <a:ext uri="{FF2B5EF4-FFF2-40B4-BE49-F238E27FC236}">
                <a16:creationId xmlns:a16="http://schemas.microsoft.com/office/drawing/2014/main" id="{0C14F47C-6F20-625F-54A3-9EF215C217BB}"/>
              </a:ext>
            </a:extLst>
          </p:cNvPr>
          <p:cNvSpPr>
            <a:spLocks noGrp="1"/>
          </p:cNvSpPr>
          <p:nvPr>
            <p:ph idx="1"/>
          </p:nvPr>
        </p:nvSpPr>
        <p:spPr>
          <a:xfrm>
            <a:off x="6096000" y="762000"/>
            <a:ext cx="4572000" cy="5334000"/>
          </a:xfrm>
        </p:spPr>
        <p:txBody>
          <a:bodyPr vert="horz" lIns="91440" tIns="45720" rIns="91440" bIns="45720" rtlCol="0" anchor="ctr">
            <a:normAutofit/>
          </a:bodyPr>
          <a:lstStyle/>
          <a:p>
            <a:r>
              <a:rPr lang="en-US" dirty="0"/>
              <a:t>After your model implementation check insights to know which features is affecting and what is  affect of prediction on target variable which is yield. Also what are the different patterns in your data after model Implementation.</a:t>
            </a:r>
          </a:p>
        </p:txBody>
      </p:sp>
    </p:spTree>
    <p:extLst>
      <p:ext uri="{BB962C8B-B14F-4D97-AF65-F5344CB8AC3E}">
        <p14:creationId xmlns:p14="http://schemas.microsoft.com/office/powerpoint/2010/main" val="965725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C8B38D4-9D92-4608-A16B-260E8CC21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1A94AE6-0978-4A09-B78E-D60AC48423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3197" y="1113411"/>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0416B0-5EA5-AF0B-8C86-F40F6ED24931}"/>
              </a:ext>
            </a:extLst>
          </p:cNvPr>
          <p:cNvSpPr>
            <a:spLocks noGrp="1"/>
          </p:cNvSpPr>
          <p:nvPr>
            <p:ph type="title"/>
          </p:nvPr>
        </p:nvSpPr>
        <p:spPr>
          <a:xfrm>
            <a:off x="1207828" y="2286000"/>
            <a:ext cx="3643951" cy="2286000"/>
          </a:xfrm>
        </p:spPr>
        <p:txBody>
          <a:bodyPr anchor="ctr">
            <a:normAutofit/>
          </a:bodyPr>
          <a:lstStyle/>
          <a:p>
            <a:pPr algn="ctr"/>
            <a:r>
              <a:rPr lang="en-US" b="1">
                <a:solidFill>
                  <a:schemeClr val="bg1"/>
                </a:solidFill>
                <a:latin typeface="Söhne"/>
                <a:ea typeface="Söhne"/>
                <a:cs typeface="Söhne"/>
              </a:rPr>
              <a:t>Analysis &amp; Evaluation</a:t>
            </a:r>
            <a:endParaRPr lang="en-US">
              <a:solidFill>
                <a:schemeClr val="bg1"/>
              </a:solidFill>
            </a:endParaRPr>
          </a:p>
        </p:txBody>
      </p:sp>
      <p:graphicFrame>
        <p:nvGraphicFramePr>
          <p:cNvPr id="5" name="Content Placeholder 2">
            <a:extLst>
              <a:ext uri="{FF2B5EF4-FFF2-40B4-BE49-F238E27FC236}">
                <a16:creationId xmlns:a16="http://schemas.microsoft.com/office/drawing/2014/main" id="{9128559B-6627-95B2-7513-D2A6D128361D}"/>
              </a:ext>
            </a:extLst>
          </p:cNvPr>
          <p:cNvGraphicFramePr>
            <a:graphicFrameLocks noGrp="1"/>
          </p:cNvGraphicFramePr>
          <p:nvPr>
            <p:ph idx="1"/>
            <p:extLst>
              <p:ext uri="{D42A27DB-BD31-4B8C-83A1-F6EECF244321}">
                <p14:modId xmlns:p14="http://schemas.microsoft.com/office/powerpoint/2010/main" val="891306073"/>
              </p:ext>
            </p:extLst>
          </p:nvPr>
        </p:nvGraphicFramePr>
        <p:xfrm>
          <a:off x="6096000" y="762001"/>
          <a:ext cx="5334000" cy="5333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4383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C8B38D4-9D92-4608-A16B-260E8CC21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1A94AE6-0978-4A09-B78E-D60AC48423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3197" y="1113411"/>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524A0C-850F-1B08-A92A-D26BDD5C2CE2}"/>
              </a:ext>
            </a:extLst>
          </p:cNvPr>
          <p:cNvSpPr>
            <a:spLocks noGrp="1"/>
          </p:cNvSpPr>
          <p:nvPr>
            <p:ph type="title"/>
          </p:nvPr>
        </p:nvSpPr>
        <p:spPr>
          <a:xfrm>
            <a:off x="1207828" y="2286000"/>
            <a:ext cx="3643951" cy="2286000"/>
          </a:xfrm>
        </p:spPr>
        <p:txBody>
          <a:bodyPr anchor="ctr">
            <a:normAutofit/>
          </a:bodyPr>
          <a:lstStyle/>
          <a:p>
            <a:pPr algn="ctr"/>
            <a:r>
              <a:rPr lang="en-US" b="0">
                <a:solidFill>
                  <a:schemeClr val="bg1"/>
                </a:solidFill>
                <a:ea typeface="+mj-lt"/>
                <a:cs typeface="+mj-lt"/>
              </a:rPr>
              <a:t>Improvement Strategies</a:t>
            </a:r>
            <a:endParaRPr lang="en-US" b="0">
              <a:solidFill>
                <a:schemeClr val="bg1"/>
              </a:solidFill>
            </a:endParaRPr>
          </a:p>
        </p:txBody>
      </p:sp>
      <p:graphicFrame>
        <p:nvGraphicFramePr>
          <p:cNvPr id="5" name="Content Placeholder 2">
            <a:extLst>
              <a:ext uri="{FF2B5EF4-FFF2-40B4-BE49-F238E27FC236}">
                <a16:creationId xmlns:a16="http://schemas.microsoft.com/office/drawing/2014/main" id="{A7B23E62-911C-99C8-DAFC-EC08A20CF343}"/>
              </a:ext>
            </a:extLst>
          </p:cNvPr>
          <p:cNvGraphicFramePr>
            <a:graphicFrameLocks noGrp="1"/>
          </p:cNvGraphicFramePr>
          <p:nvPr>
            <p:ph idx="1"/>
            <p:extLst>
              <p:ext uri="{D42A27DB-BD31-4B8C-83A1-F6EECF244321}">
                <p14:modId xmlns:p14="http://schemas.microsoft.com/office/powerpoint/2010/main" val="1365253635"/>
              </p:ext>
            </p:extLst>
          </p:nvPr>
        </p:nvGraphicFramePr>
        <p:xfrm>
          <a:off x="6096000" y="762001"/>
          <a:ext cx="5334000" cy="5333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27070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0DB4423-716D-4B40-9498-69F5F3E5E0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B339CD8-1850-4DF2-BCDF-1CAAE5F872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3197" y="1113411"/>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EFE491-4209-C00E-301E-C5B495965CE6}"/>
              </a:ext>
            </a:extLst>
          </p:cNvPr>
          <p:cNvSpPr>
            <a:spLocks noGrp="1"/>
          </p:cNvSpPr>
          <p:nvPr>
            <p:ph type="title"/>
          </p:nvPr>
        </p:nvSpPr>
        <p:spPr>
          <a:xfrm>
            <a:off x="1044054" y="2286000"/>
            <a:ext cx="3965456" cy="2285999"/>
          </a:xfrm>
        </p:spPr>
        <p:txBody>
          <a:bodyPr anchor="ctr">
            <a:normAutofit/>
          </a:bodyPr>
          <a:lstStyle/>
          <a:p>
            <a:pPr algn="ctr"/>
            <a:r>
              <a:rPr lang="en-US">
                <a:solidFill>
                  <a:schemeClr val="bg1"/>
                </a:solidFill>
              </a:rPr>
              <a:t>Conclusion:</a:t>
            </a:r>
          </a:p>
        </p:txBody>
      </p:sp>
      <p:sp>
        <p:nvSpPr>
          <p:cNvPr id="3" name="Content Placeholder 2">
            <a:extLst>
              <a:ext uri="{FF2B5EF4-FFF2-40B4-BE49-F238E27FC236}">
                <a16:creationId xmlns:a16="http://schemas.microsoft.com/office/drawing/2014/main" id="{7CCDA544-5554-52FA-2D19-9FB1DA74D955}"/>
              </a:ext>
            </a:extLst>
          </p:cNvPr>
          <p:cNvSpPr>
            <a:spLocks noGrp="1"/>
          </p:cNvSpPr>
          <p:nvPr>
            <p:ph idx="1"/>
          </p:nvPr>
        </p:nvSpPr>
        <p:spPr>
          <a:xfrm>
            <a:off x="6096000" y="762000"/>
            <a:ext cx="4572000" cy="5334000"/>
          </a:xfrm>
        </p:spPr>
        <p:txBody>
          <a:bodyPr vert="horz" lIns="91440" tIns="45720" rIns="91440" bIns="45720" rtlCol="0" anchor="ctr">
            <a:normAutofit/>
          </a:bodyPr>
          <a:lstStyle/>
          <a:p>
            <a:r>
              <a:rPr lang="en-US" dirty="0"/>
              <a:t>The whole Yield Prediction is actually needed for the society as we see the world is revolutionizing into the futures and we also need more advanced techniques with the help of AI and this also provide some key advancing in the field of agriculture as it make easy for framers to increase their crop's yield .</a:t>
            </a:r>
          </a:p>
        </p:txBody>
      </p:sp>
    </p:spTree>
    <p:extLst>
      <p:ext uri="{BB962C8B-B14F-4D97-AF65-F5344CB8AC3E}">
        <p14:creationId xmlns:p14="http://schemas.microsoft.com/office/powerpoint/2010/main" val="1034832718"/>
      </p:ext>
    </p:extLst>
  </p:cSld>
  <p:clrMapOvr>
    <a:masterClrMapping/>
  </p:clrMapOvr>
</p:sld>
</file>

<file path=ppt/theme/theme1.xml><?xml version="1.0" encoding="utf-8"?>
<a:theme xmlns:a="http://schemas.openxmlformats.org/drawingml/2006/main" name="PortalVTI">
  <a:themeElements>
    <a:clrScheme name="Earth">
      <a:dk1>
        <a:sysClr val="windowText" lastClr="000000"/>
      </a:dk1>
      <a:lt1>
        <a:sysClr val="window" lastClr="FFFFFF"/>
      </a:lt1>
      <a:dk2>
        <a:srgbClr val="051618"/>
      </a:dk2>
      <a:lt2>
        <a:srgbClr val="E8E8DF"/>
      </a:lt2>
      <a:accent1>
        <a:srgbClr val="2D714C"/>
      </a:accent1>
      <a:accent2>
        <a:srgbClr val="1F7985"/>
      </a:accent2>
      <a:accent3>
        <a:srgbClr val="0D6756"/>
      </a:accent3>
      <a:accent4>
        <a:srgbClr val="40945E"/>
      </a:accent4>
      <a:accent5>
        <a:srgbClr val="389896"/>
      </a:accent5>
      <a:accent6>
        <a:srgbClr val="64924A"/>
      </a:accent6>
      <a:hlink>
        <a:srgbClr val="1F855C"/>
      </a:hlink>
      <a:folHlink>
        <a:srgbClr val="227390"/>
      </a:folHlink>
    </a:clrScheme>
    <a:fontScheme name="Earth">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rtalVTI" id="{0E0D5035-C7F2-4607-91F4-D5D5F886A15A}" vid="{EAFF3D8B-AC13-4E90-80A9-182200FBC866}"/>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BDCBB854103434E95F74896A12C0DDA" ma:contentTypeVersion="13" ma:contentTypeDescription="Create a new document." ma:contentTypeScope="" ma:versionID="fd2975ca02059a00dea4debd372b06a0">
  <xsd:schema xmlns:xsd="http://www.w3.org/2001/XMLSchema" xmlns:xs="http://www.w3.org/2001/XMLSchema" xmlns:p="http://schemas.microsoft.com/office/2006/metadata/properties" xmlns:ns2="a7bdfd67-367d-4b86-8172-b33f4bf5da95" xmlns:ns3="54d3781a-736a-41c6-adef-2f0accd09752" targetNamespace="http://schemas.microsoft.com/office/2006/metadata/properties" ma:root="true" ma:fieldsID="601a7f4144a6ceef01b2d3e655736462" ns2:_="" ns3:_="">
    <xsd:import namespace="a7bdfd67-367d-4b86-8172-b33f4bf5da95"/>
    <xsd:import namespace="54d3781a-736a-41c6-adef-2f0accd09752"/>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bdfd67-367d-4b86-8172-b33f4bf5da95"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982d53a-bb51-487e-8db8-b606b23a34a3"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4d3781a-736a-41c6-adef-2f0accd0975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a98b562-a0b4-41a8-9b7d-4d3a07720f99}" ma:internalName="TaxCatchAll" ma:showField="CatchAllData" ma:web="54d3781a-736a-41c6-adef-2f0accd0975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E11C655-4A81-435D-B17A-030DF4579FDF}">
  <ds:schemaRefs>
    <ds:schemaRef ds:uri="http://schemas.microsoft.com/sharepoint/v3/contenttype/forms"/>
  </ds:schemaRefs>
</ds:datastoreItem>
</file>

<file path=customXml/itemProps2.xml><?xml version="1.0" encoding="utf-8"?>
<ds:datastoreItem xmlns:ds="http://schemas.openxmlformats.org/officeDocument/2006/customXml" ds:itemID="{735469C0-8947-4D82-A5E4-BCB0926760D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7bdfd67-367d-4b86-8172-b33f4bf5da95"/>
    <ds:schemaRef ds:uri="54d3781a-736a-41c6-adef-2f0accd097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482</Words>
  <Application>Microsoft Office PowerPoint</Application>
  <PresentationFormat>Widescreen</PresentationFormat>
  <Paragraphs>29</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Söhne</vt:lpstr>
      <vt:lpstr>Trade Gothic Next Cond</vt:lpstr>
      <vt:lpstr>Trade Gothic Next Light</vt:lpstr>
      <vt:lpstr>PortalVTI</vt:lpstr>
      <vt:lpstr>Crop Yield prediction</vt:lpstr>
      <vt:lpstr>Using AI to Boost Farming Success:</vt:lpstr>
      <vt:lpstr>FARMERS, AGRICULTURAL EXPERTS, AND STAKEHOLDERS. </vt:lpstr>
      <vt:lpstr>How This Works:</vt:lpstr>
      <vt:lpstr>Results overviews:</vt:lpstr>
      <vt:lpstr>Insights &amp; Patterns</vt:lpstr>
      <vt:lpstr>Analysis &amp; Evaluation</vt:lpstr>
      <vt:lpstr>Improvement Strategies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Hasham Asim</cp:lastModifiedBy>
  <cp:revision>261</cp:revision>
  <dcterms:created xsi:type="dcterms:W3CDTF">2024-01-12T17:15:27Z</dcterms:created>
  <dcterms:modified xsi:type="dcterms:W3CDTF">2025-11-20T06:45:52Z</dcterms:modified>
</cp:coreProperties>
</file>